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2" r:id="rId5"/>
    <p:sldId id="259" r:id="rId6"/>
    <p:sldId id="260" r:id="rId7"/>
    <p:sldId id="265" r:id="rId8"/>
    <p:sldId id="263" r:id="rId9"/>
    <p:sldId id="261" r:id="rId10"/>
    <p:sldId id="257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C2E49C"/>
    <a:srgbClr val="9FF62A"/>
    <a:srgbClr val="7FEA36"/>
    <a:srgbClr val="D9D9D9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BA5BF-B73C-9040-4805-C23F035AB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DA27BD-F3D4-DAE0-FD10-8E6AD7A35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72ABD5-4927-20DC-16E0-64DBE022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58D45A-0E51-9FD8-6460-FF68EA07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C7E187-DC19-CCC7-72BC-782007D5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9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F4696-3B9D-DD8E-9619-102CE942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E7118D-60E4-21A6-6748-1F85BBF24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3BE14E-C45C-6D3C-DA35-D8188490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C7E425-F65B-F7C6-D0F9-40D3C7872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A434D7-3D69-5EBC-1BA2-AD8C282B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8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9489D-2C51-2187-DA47-4105A237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759F3F-B214-5951-2BF5-37954FF9B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69E9DE-153C-7842-1FD7-9922001C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D34C9C-BF46-2F75-C4BB-A7A4F6D9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33076C-A756-0958-854F-01C838CC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6EBEC-42AA-A78C-0695-ED36388D3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31369-0550-AC6D-2F64-3B06D702C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94D2F3-FE3C-B768-726D-C47804110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319710-4FF8-1A4F-5D7F-07D81C7C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9A43EC-11BF-68C1-6EF2-D6B27D35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0F3D32-0223-E76D-7844-13CB9909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6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6C3CC8-0D4B-C407-D11C-977D17D6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9585D2-B9B7-5E7A-A4B6-98C53BF91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A2D7A7-A14E-30C4-232C-6E7BEEEE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216AD9-E50C-8039-CA58-BA7ED7EF5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B51398-4DD7-6D6E-7A31-EAC9FFB40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3E058A3-7C1A-66C2-600C-4C4EAE5B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9721E9-2B9C-0D64-D04A-5087F3D1A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3B7B99-DB10-7F2C-B1D1-B7939F81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7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7C4D9F-64A8-0F22-84ED-DA54BD8A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3AA43C-8FE1-321B-71DA-09736C46D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D1C618-85E0-01E2-57D0-3B2AFC04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C3014D-6764-481B-BE52-EB04C252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6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75CDF26-6B78-0D38-9D69-C2A4D6E9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A9FA70A-1932-2294-6867-9967E62B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2CDA5B-4679-238A-A1D1-2FE37073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5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F62C1-AB74-E41B-9936-C6D8FE2A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7667AD-5371-1EEC-9D18-8A457563F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EA7FA1-227B-A769-6631-03F268E59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BA5A1D-FC3A-840E-FD31-43169C62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BCF5C2-0EAB-5273-61E9-7DE66249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F3672D-CC5F-32E5-C4D1-96FCFEB2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5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C0295-0EF1-16B2-A3FF-42E80351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25E895-59F3-BC5A-59D4-7EC80144A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05ABD5-285A-53A9-B874-94D1E53D3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08E29D-39E5-43CF-A926-96D29E96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813B3E-5EDB-91B9-5C59-2E0A47BD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EBE3C5-456B-60C6-5268-AD6869B4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0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64F24-4440-8F7A-B4F3-EC5132D6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1BAFF4-DDC2-499E-7CF5-674F2D4C8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3D667A-8F1B-B812-C2A6-C1F64AA5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73B7BC-D592-4010-8867-00AF5749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F71D02-0F3B-0858-DB46-5BC077D6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2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939436-5DED-ECE6-31F4-27FFA691D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D12211-9191-3B5E-6501-0AE7D2D70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8853CC-2E78-EC9F-CE6F-05A6D1D2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3334CA-2797-4552-B213-63271E39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166D1C-104F-5E94-0502-27D0F714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8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36F5FB-4D7D-F4FB-4816-6FC6B4AA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690460-549F-15AC-17D0-019078A54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2CEB16-2467-1610-4A6F-43462711F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86DB9-DEFD-4D48-8EC1-A7DB55CC092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78007-DFAE-1BFA-4245-E29774828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B7727C-56C2-57D0-6382-AFD2BC07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E1F39-375C-43F4-AD54-BD12B9EC31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4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A4C5E1-87F4-8920-A42E-8C5061795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416" y="1077751"/>
            <a:ext cx="3883844" cy="4702497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6B1F564-C977-2AD4-8C2E-35329F78D3E5}"/>
              </a:ext>
            </a:extLst>
          </p:cNvPr>
          <p:cNvSpPr/>
          <p:nvPr/>
        </p:nvSpPr>
        <p:spPr>
          <a:xfrm>
            <a:off x="3150394" y="700087"/>
            <a:ext cx="5400000" cy="5400000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5C5A5720-F7E0-9927-F5B7-AE940C6BC2A5}"/>
              </a:ext>
            </a:extLst>
          </p:cNvPr>
          <p:cNvSpPr/>
          <p:nvPr/>
        </p:nvSpPr>
        <p:spPr>
          <a:xfrm rot="18880689">
            <a:off x="4721925" y="2691786"/>
            <a:ext cx="2233750" cy="2444602"/>
          </a:xfrm>
          <a:custGeom>
            <a:avLst/>
            <a:gdLst>
              <a:gd name="csX0" fmla="*/ 2152604 w 2233750"/>
              <a:gd name="csY0" fmla="*/ 81146 h 2444602"/>
              <a:gd name="csX1" fmla="*/ 2233750 w 2233750"/>
              <a:gd name="csY1" fmla="*/ 277049 h 2444602"/>
              <a:gd name="csX2" fmla="*/ 2233750 w 2233750"/>
              <a:gd name="csY2" fmla="*/ 1504152 h 2444602"/>
              <a:gd name="csX3" fmla="*/ 1956701 w 2233750"/>
              <a:gd name="csY3" fmla="*/ 1781201 h 2444602"/>
              <a:gd name="csX4" fmla="*/ 1433949 w 2233750"/>
              <a:gd name="csY4" fmla="*/ 1781201 h 2444602"/>
              <a:gd name="csX5" fmla="*/ 731578 w 2233750"/>
              <a:gd name="csY5" fmla="*/ 2402052 h 2444602"/>
              <a:gd name="csX6" fmla="*/ 492060 w 2233750"/>
              <a:gd name="csY6" fmla="*/ 2387296 h 2444602"/>
              <a:gd name="csX7" fmla="*/ 42550 w 2233750"/>
              <a:gd name="csY7" fmla="*/ 1878764 h 2444602"/>
              <a:gd name="csX8" fmla="*/ 57306 w 2233750"/>
              <a:gd name="csY8" fmla="*/ 1639246 h 2444602"/>
              <a:gd name="csX9" fmla="*/ 571490 w 2233750"/>
              <a:gd name="csY9" fmla="*/ 1184740 h 2444602"/>
              <a:gd name="csX10" fmla="*/ 571490 w 2233750"/>
              <a:gd name="csY10" fmla="*/ 277049 h 2444602"/>
              <a:gd name="csX11" fmla="*/ 848539 w 2233750"/>
              <a:gd name="csY11" fmla="*/ 0 h 2444602"/>
              <a:gd name="csX12" fmla="*/ 1956701 w 2233750"/>
              <a:gd name="csY12" fmla="*/ 0 h 2444602"/>
              <a:gd name="csX13" fmla="*/ 2152604 w 2233750"/>
              <a:gd name="csY13" fmla="*/ 81146 h 2444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233750" h="2444602">
                <a:moveTo>
                  <a:pt x="2152604" y="81146"/>
                </a:moveTo>
                <a:cubicBezTo>
                  <a:pt x="2202740" y="131282"/>
                  <a:pt x="2233750" y="200544"/>
                  <a:pt x="2233750" y="277049"/>
                </a:cubicBezTo>
                <a:lnTo>
                  <a:pt x="2233750" y="1504152"/>
                </a:lnTo>
                <a:cubicBezTo>
                  <a:pt x="2233750" y="1657162"/>
                  <a:pt x="2109711" y="1781201"/>
                  <a:pt x="1956701" y="1781201"/>
                </a:cubicBezTo>
                <a:lnTo>
                  <a:pt x="1433949" y="1781201"/>
                </a:lnTo>
                <a:lnTo>
                  <a:pt x="731578" y="2402052"/>
                </a:lnTo>
                <a:cubicBezTo>
                  <a:pt x="661362" y="2464118"/>
                  <a:pt x="554126" y="2457512"/>
                  <a:pt x="492060" y="2387296"/>
                </a:cubicBezTo>
                <a:lnTo>
                  <a:pt x="42550" y="1878764"/>
                </a:lnTo>
                <a:cubicBezTo>
                  <a:pt x="-19516" y="1808548"/>
                  <a:pt x="-12910" y="1701312"/>
                  <a:pt x="57306" y="1639246"/>
                </a:cubicBezTo>
                <a:lnTo>
                  <a:pt x="571490" y="1184740"/>
                </a:lnTo>
                <a:lnTo>
                  <a:pt x="571490" y="277049"/>
                </a:lnTo>
                <a:cubicBezTo>
                  <a:pt x="571490" y="124039"/>
                  <a:pt x="695529" y="0"/>
                  <a:pt x="848539" y="0"/>
                </a:cubicBezTo>
                <a:lnTo>
                  <a:pt x="1956701" y="0"/>
                </a:lnTo>
                <a:cubicBezTo>
                  <a:pt x="2033206" y="0"/>
                  <a:pt x="2102468" y="31010"/>
                  <a:pt x="2152604" y="81146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683212E-9DA8-A92B-C183-30E04EA0B0BC}"/>
              </a:ext>
            </a:extLst>
          </p:cNvPr>
          <p:cNvSpPr/>
          <p:nvPr/>
        </p:nvSpPr>
        <p:spPr>
          <a:xfrm>
            <a:off x="4590852" y="2705494"/>
            <a:ext cx="1093509" cy="121306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A2346ECD-04B4-5A13-FEBA-0A83638CEC56}"/>
              </a:ext>
            </a:extLst>
          </p:cNvPr>
          <p:cNvSpPr/>
          <p:nvPr/>
        </p:nvSpPr>
        <p:spPr>
          <a:xfrm>
            <a:off x="4105637" y="2658359"/>
            <a:ext cx="895013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8AB1B1-9A6F-BC78-705A-9870D8AC1D41}"/>
              </a:ext>
            </a:extLst>
          </p:cNvPr>
          <p:cNvSpPr/>
          <p:nvPr/>
        </p:nvSpPr>
        <p:spPr>
          <a:xfrm>
            <a:off x="4280297" y="2047926"/>
            <a:ext cx="895013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470882-7598-F33D-FF63-7E04C11C568C}"/>
              </a:ext>
            </a:extLst>
          </p:cNvPr>
          <p:cNvSpPr/>
          <p:nvPr/>
        </p:nvSpPr>
        <p:spPr>
          <a:xfrm>
            <a:off x="4896352" y="1489432"/>
            <a:ext cx="1447888" cy="121306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C3797EA-1731-6917-40A0-E6F628E0C69D}"/>
              </a:ext>
            </a:extLst>
          </p:cNvPr>
          <p:cNvSpPr/>
          <p:nvPr/>
        </p:nvSpPr>
        <p:spPr>
          <a:xfrm>
            <a:off x="5923183" y="1705722"/>
            <a:ext cx="1093509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0981381-7CF0-EDF0-9899-FDEA73C4F9D8}"/>
              </a:ext>
            </a:extLst>
          </p:cNvPr>
          <p:cNvSpPr/>
          <p:nvPr/>
        </p:nvSpPr>
        <p:spPr>
          <a:xfrm>
            <a:off x="6442218" y="2111667"/>
            <a:ext cx="947871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E47BCCB-9C63-8A86-C751-3974FB449C45}"/>
              </a:ext>
            </a:extLst>
          </p:cNvPr>
          <p:cNvSpPr/>
          <p:nvPr/>
        </p:nvSpPr>
        <p:spPr>
          <a:xfrm>
            <a:off x="6652253" y="2646985"/>
            <a:ext cx="947871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F17752C5-39BF-4B5D-F027-743E2B0173F8}"/>
              </a:ext>
            </a:extLst>
          </p:cNvPr>
          <p:cNvSpPr/>
          <p:nvPr/>
        </p:nvSpPr>
        <p:spPr>
          <a:xfrm>
            <a:off x="6203944" y="2905889"/>
            <a:ext cx="947871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048C65-AD4A-A2A4-8944-4E5E8DA00527}"/>
              </a:ext>
            </a:extLst>
          </p:cNvPr>
          <p:cNvSpPr/>
          <p:nvPr/>
        </p:nvSpPr>
        <p:spPr>
          <a:xfrm>
            <a:off x="5724672" y="2379326"/>
            <a:ext cx="947871" cy="97896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24044CB-F608-4908-1D0C-ABA2D97F5F64}"/>
              </a:ext>
            </a:extLst>
          </p:cNvPr>
          <p:cNvSpPr/>
          <p:nvPr/>
        </p:nvSpPr>
        <p:spPr>
          <a:xfrm>
            <a:off x="5016066" y="2257927"/>
            <a:ext cx="1201277" cy="11560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ogen 22">
            <a:extLst>
              <a:ext uri="{FF2B5EF4-FFF2-40B4-BE49-F238E27FC236}">
                <a16:creationId xmlns:a16="http://schemas.microsoft.com/office/drawing/2014/main" id="{4BF7B3D3-B2B1-23E5-1C6F-5A5341A4CE3A}"/>
              </a:ext>
            </a:extLst>
          </p:cNvPr>
          <p:cNvSpPr/>
          <p:nvPr/>
        </p:nvSpPr>
        <p:spPr>
          <a:xfrm>
            <a:off x="6159574" y="2918764"/>
            <a:ext cx="969948" cy="978969"/>
          </a:xfrm>
          <a:prstGeom prst="arc">
            <a:avLst>
              <a:gd name="adj1" fmla="val 18172811"/>
              <a:gd name="adj2" fmla="val 1288239"/>
            </a:avLst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ogen 23">
            <a:extLst>
              <a:ext uri="{FF2B5EF4-FFF2-40B4-BE49-F238E27FC236}">
                <a16:creationId xmlns:a16="http://schemas.microsoft.com/office/drawing/2014/main" id="{D2DB560B-5FCE-5207-0162-4F6C0391BAED}"/>
              </a:ext>
            </a:extLst>
          </p:cNvPr>
          <p:cNvSpPr/>
          <p:nvPr/>
        </p:nvSpPr>
        <p:spPr>
          <a:xfrm>
            <a:off x="5491929" y="2265530"/>
            <a:ext cx="1212348" cy="1213069"/>
          </a:xfrm>
          <a:prstGeom prst="arc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Bogen 24">
            <a:extLst>
              <a:ext uri="{FF2B5EF4-FFF2-40B4-BE49-F238E27FC236}">
                <a16:creationId xmlns:a16="http://schemas.microsoft.com/office/drawing/2014/main" id="{1D833D62-8107-3032-3D3B-542D26851A9A}"/>
              </a:ext>
            </a:extLst>
          </p:cNvPr>
          <p:cNvSpPr/>
          <p:nvPr/>
        </p:nvSpPr>
        <p:spPr>
          <a:xfrm>
            <a:off x="4527654" y="2830200"/>
            <a:ext cx="1093509" cy="1156099"/>
          </a:xfrm>
          <a:prstGeom prst="arc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3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E748-3416-4C88-3616-2F24E151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4BFA4D9-C0D9-24AE-72FF-32A3474E6ADF}"/>
              </a:ext>
            </a:extLst>
          </p:cNvPr>
          <p:cNvGrpSpPr/>
          <p:nvPr/>
        </p:nvGrpSpPr>
        <p:grpSpPr>
          <a:xfrm>
            <a:off x="3396000" y="729000"/>
            <a:ext cx="5400000" cy="5400000"/>
            <a:chOff x="3396000" y="729000"/>
            <a:chExt cx="5400000" cy="540000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AD0D879D-8310-E5F5-D89B-07342684B248}"/>
                </a:ext>
              </a:extLst>
            </p:cNvPr>
            <p:cNvSpPr/>
            <p:nvPr/>
          </p:nvSpPr>
          <p:spPr>
            <a:xfrm>
              <a:off x="3396000" y="729000"/>
              <a:ext cx="5400000" cy="5400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292D0113-CE5C-6C32-5D16-4F8E8292CA0C}"/>
                </a:ext>
              </a:extLst>
            </p:cNvPr>
            <p:cNvSpPr/>
            <p:nvPr/>
          </p:nvSpPr>
          <p:spPr>
            <a:xfrm rot="18880689">
              <a:off x="4917910" y="2747465"/>
              <a:ext cx="2233750" cy="2444602"/>
            </a:xfrm>
            <a:custGeom>
              <a:avLst/>
              <a:gdLst>
                <a:gd name="csX0" fmla="*/ 2152604 w 2233750"/>
                <a:gd name="csY0" fmla="*/ 81146 h 2444602"/>
                <a:gd name="csX1" fmla="*/ 2233750 w 2233750"/>
                <a:gd name="csY1" fmla="*/ 277049 h 2444602"/>
                <a:gd name="csX2" fmla="*/ 2233750 w 2233750"/>
                <a:gd name="csY2" fmla="*/ 1504152 h 2444602"/>
                <a:gd name="csX3" fmla="*/ 1956701 w 2233750"/>
                <a:gd name="csY3" fmla="*/ 1781201 h 2444602"/>
                <a:gd name="csX4" fmla="*/ 1433949 w 2233750"/>
                <a:gd name="csY4" fmla="*/ 1781201 h 2444602"/>
                <a:gd name="csX5" fmla="*/ 731578 w 2233750"/>
                <a:gd name="csY5" fmla="*/ 2402052 h 2444602"/>
                <a:gd name="csX6" fmla="*/ 492060 w 2233750"/>
                <a:gd name="csY6" fmla="*/ 2387296 h 2444602"/>
                <a:gd name="csX7" fmla="*/ 42550 w 2233750"/>
                <a:gd name="csY7" fmla="*/ 1878764 h 2444602"/>
                <a:gd name="csX8" fmla="*/ 57306 w 2233750"/>
                <a:gd name="csY8" fmla="*/ 1639246 h 2444602"/>
                <a:gd name="csX9" fmla="*/ 571490 w 2233750"/>
                <a:gd name="csY9" fmla="*/ 1184740 h 2444602"/>
                <a:gd name="csX10" fmla="*/ 571490 w 2233750"/>
                <a:gd name="csY10" fmla="*/ 277049 h 2444602"/>
                <a:gd name="csX11" fmla="*/ 848539 w 2233750"/>
                <a:gd name="csY11" fmla="*/ 0 h 2444602"/>
                <a:gd name="csX12" fmla="*/ 1956701 w 2233750"/>
                <a:gd name="csY12" fmla="*/ 0 h 2444602"/>
                <a:gd name="csX13" fmla="*/ 2152604 w 2233750"/>
                <a:gd name="csY13" fmla="*/ 81146 h 2444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750" h="2444602">
                  <a:moveTo>
                    <a:pt x="2152604" y="81146"/>
                  </a:moveTo>
                  <a:cubicBezTo>
                    <a:pt x="2202740" y="131282"/>
                    <a:pt x="2233750" y="200544"/>
                    <a:pt x="2233750" y="277049"/>
                  </a:cubicBezTo>
                  <a:lnTo>
                    <a:pt x="2233750" y="1504152"/>
                  </a:lnTo>
                  <a:cubicBezTo>
                    <a:pt x="2233750" y="1657162"/>
                    <a:pt x="2109711" y="1781201"/>
                    <a:pt x="1956701" y="1781201"/>
                  </a:cubicBezTo>
                  <a:lnTo>
                    <a:pt x="1433949" y="1781201"/>
                  </a:lnTo>
                  <a:lnTo>
                    <a:pt x="731578" y="2402052"/>
                  </a:lnTo>
                  <a:cubicBezTo>
                    <a:pt x="661362" y="2464118"/>
                    <a:pt x="554126" y="2457512"/>
                    <a:pt x="492060" y="2387296"/>
                  </a:cubicBezTo>
                  <a:lnTo>
                    <a:pt x="42550" y="1878764"/>
                  </a:lnTo>
                  <a:cubicBezTo>
                    <a:pt x="-19516" y="1808548"/>
                    <a:pt x="-12910" y="1701312"/>
                    <a:pt x="57306" y="1639246"/>
                  </a:cubicBezTo>
                  <a:lnTo>
                    <a:pt x="571490" y="1184740"/>
                  </a:lnTo>
                  <a:lnTo>
                    <a:pt x="571490" y="277049"/>
                  </a:lnTo>
                  <a:cubicBezTo>
                    <a:pt x="571490" y="124039"/>
                    <a:pt x="695529" y="0"/>
                    <a:pt x="848539" y="0"/>
                  </a:cubicBezTo>
                  <a:lnTo>
                    <a:pt x="1956701" y="0"/>
                  </a:lnTo>
                  <a:cubicBezTo>
                    <a:pt x="2033206" y="0"/>
                    <a:pt x="2102468" y="31010"/>
                    <a:pt x="2152604" y="81146"/>
                  </a:cubicBezTo>
                  <a:close/>
                </a:path>
              </a:pathLst>
            </a:custGeom>
            <a:solidFill>
              <a:srgbClr val="9FF6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5963C26D-3CE4-1A11-EE18-EF8B8D4B127A}"/>
                </a:ext>
              </a:extLst>
            </p:cNvPr>
            <p:cNvGrpSpPr/>
            <p:nvPr/>
          </p:nvGrpSpPr>
          <p:grpSpPr>
            <a:xfrm>
              <a:off x="4348757" y="1658235"/>
              <a:ext cx="3494487" cy="2429130"/>
              <a:chOff x="4348757" y="1658235"/>
              <a:chExt cx="3494487" cy="2429130"/>
            </a:xfrm>
            <a:solidFill>
              <a:schemeClr val="accent3"/>
            </a:solidFill>
          </p:grpSpPr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66166669-7A2D-183D-99D7-E2FB83DC4305}"/>
                  </a:ext>
                </a:extLst>
              </p:cNvPr>
              <p:cNvSpPr/>
              <p:nvPr/>
            </p:nvSpPr>
            <p:spPr>
              <a:xfrm>
                <a:off x="4833972" y="2874297"/>
                <a:ext cx="1093509" cy="12130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230458B1-AC5F-2C56-4A7F-431304E90016}"/>
                  </a:ext>
                </a:extLst>
              </p:cNvPr>
              <p:cNvSpPr/>
              <p:nvPr/>
            </p:nvSpPr>
            <p:spPr>
              <a:xfrm>
                <a:off x="4348757" y="2827162"/>
                <a:ext cx="895013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B39D2053-1985-6954-EA05-C549B037A6E5}"/>
                  </a:ext>
                </a:extLst>
              </p:cNvPr>
              <p:cNvSpPr/>
              <p:nvPr/>
            </p:nvSpPr>
            <p:spPr>
              <a:xfrm>
                <a:off x="4523417" y="2216729"/>
                <a:ext cx="895013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5E8429ED-6B3A-7F30-5F77-DF3399D34591}"/>
                  </a:ext>
                </a:extLst>
              </p:cNvPr>
              <p:cNvSpPr/>
              <p:nvPr/>
            </p:nvSpPr>
            <p:spPr>
              <a:xfrm>
                <a:off x="5139472" y="1658235"/>
                <a:ext cx="1447888" cy="12130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016397F2-61F6-742D-E3A2-288B329F7FFB}"/>
                  </a:ext>
                </a:extLst>
              </p:cNvPr>
              <p:cNvSpPr/>
              <p:nvPr/>
            </p:nvSpPr>
            <p:spPr>
              <a:xfrm>
                <a:off x="6166303" y="1874525"/>
                <a:ext cx="1093509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2623D1AC-47E7-7C43-9369-DD768C4674E2}"/>
                  </a:ext>
                </a:extLst>
              </p:cNvPr>
              <p:cNvSpPr/>
              <p:nvPr/>
            </p:nvSpPr>
            <p:spPr>
              <a:xfrm>
                <a:off x="6685338" y="2280470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5EEFB7AC-7AD6-8B2E-0C97-B5D53F0882BF}"/>
                  </a:ext>
                </a:extLst>
              </p:cNvPr>
              <p:cNvSpPr/>
              <p:nvPr/>
            </p:nvSpPr>
            <p:spPr>
              <a:xfrm>
                <a:off x="6895373" y="2815788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BABE5C99-08C8-B783-45E5-37EE5CFF95F0}"/>
                  </a:ext>
                </a:extLst>
              </p:cNvPr>
              <p:cNvSpPr/>
              <p:nvPr/>
            </p:nvSpPr>
            <p:spPr>
              <a:xfrm>
                <a:off x="6447064" y="3074692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6C2CE599-1B88-9025-E13C-52160F270E51}"/>
                  </a:ext>
                </a:extLst>
              </p:cNvPr>
              <p:cNvSpPr/>
              <p:nvPr/>
            </p:nvSpPr>
            <p:spPr>
              <a:xfrm>
                <a:off x="5967792" y="2548129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7D75507F-B2B9-191D-63D2-7474B735B378}"/>
                  </a:ext>
                </a:extLst>
              </p:cNvPr>
              <p:cNvSpPr/>
              <p:nvPr/>
            </p:nvSpPr>
            <p:spPr>
              <a:xfrm>
                <a:off x="5259186" y="2426730"/>
                <a:ext cx="1201277" cy="11560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Bogen 22">
              <a:extLst>
                <a:ext uri="{FF2B5EF4-FFF2-40B4-BE49-F238E27FC236}">
                  <a16:creationId xmlns:a16="http://schemas.microsoft.com/office/drawing/2014/main" id="{57DE95B0-6E32-043E-76EC-6B46C624AF6E}"/>
                </a:ext>
              </a:extLst>
            </p:cNvPr>
            <p:cNvSpPr/>
            <p:nvPr/>
          </p:nvSpPr>
          <p:spPr>
            <a:xfrm>
              <a:off x="6402694" y="3087567"/>
              <a:ext cx="969948" cy="978969"/>
            </a:xfrm>
            <a:prstGeom prst="arc">
              <a:avLst>
                <a:gd name="adj1" fmla="val 18172811"/>
                <a:gd name="adj2" fmla="val 1288239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Bogen 23">
              <a:extLst>
                <a:ext uri="{FF2B5EF4-FFF2-40B4-BE49-F238E27FC236}">
                  <a16:creationId xmlns:a16="http://schemas.microsoft.com/office/drawing/2014/main" id="{8FB931F6-13BE-D82F-943A-DEA67579AAC7}"/>
                </a:ext>
              </a:extLst>
            </p:cNvPr>
            <p:cNvSpPr/>
            <p:nvPr/>
          </p:nvSpPr>
          <p:spPr>
            <a:xfrm>
              <a:off x="5735049" y="2434333"/>
              <a:ext cx="1212348" cy="1213069"/>
            </a:xfrm>
            <a:prstGeom prst="arc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Bogen 24">
              <a:extLst>
                <a:ext uri="{FF2B5EF4-FFF2-40B4-BE49-F238E27FC236}">
                  <a16:creationId xmlns:a16="http://schemas.microsoft.com/office/drawing/2014/main" id="{134C3940-B097-6A3B-D1D4-DD3B8DB0483A}"/>
                </a:ext>
              </a:extLst>
            </p:cNvPr>
            <p:cNvSpPr/>
            <p:nvPr/>
          </p:nvSpPr>
          <p:spPr>
            <a:xfrm>
              <a:off x="4770774" y="2999003"/>
              <a:ext cx="1093509" cy="1156099"/>
            </a:xfrm>
            <a:prstGeom prst="arc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40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67E6-F583-A1DE-7A60-CC94DA3C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F8614EB-949C-6200-7C24-06AFB05982D7}"/>
              </a:ext>
            </a:extLst>
          </p:cNvPr>
          <p:cNvGrpSpPr/>
          <p:nvPr/>
        </p:nvGrpSpPr>
        <p:grpSpPr>
          <a:xfrm>
            <a:off x="3396000" y="729000"/>
            <a:ext cx="5400000" cy="5400000"/>
            <a:chOff x="3396000" y="729000"/>
            <a:chExt cx="5400000" cy="540000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575E30C4-CB8B-AAFA-1953-6BD88E6D2122}"/>
                </a:ext>
              </a:extLst>
            </p:cNvPr>
            <p:cNvSpPr/>
            <p:nvPr/>
          </p:nvSpPr>
          <p:spPr>
            <a:xfrm>
              <a:off x="3396000" y="729000"/>
              <a:ext cx="5400000" cy="5400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FF62A"/>
                </a:gs>
                <a:gs pos="100000">
                  <a:schemeClr val="accent6">
                    <a:lumMod val="7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168BD50-6B29-EC42-1FF2-77E5C29596F0}"/>
                </a:ext>
              </a:extLst>
            </p:cNvPr>
            <p:cNvSpPr/>
            <p:nvPr/>
          </p:nvSpPr>
          <p:spPr>
            <a:xfrm rot="18880689">
              <a:off x="4917910" y="2747465"/>
              <a:ext cx="2233750" cy="2444602"/>
            </a:xfrm>
            <a:custGeom>
              <a:avLst/>
              <a:gdLst>
                <a:gd name="csX0" fmla="*/ 2152604 w 2233750"/>
                <a:gd name="csY0" fmla="*/ 81146 h 2444602"/>
                <a:gd name="csX1" fmla="*/ 2233750 w 2233750"/>
                <a:gd name="csY1" fmla="*/ 277049 h 2444602"/>
                <a:gd name="csX2" fmla="*/ 2233750 w 2233750"/>
                <a:gd name="csY2" fmla="*/ 1504152 h 2444602"/>
                <a:gd name="csX3" fmla="*/ 1956701 w 2233750"/>
                <a:gd name="csY3" fmla="*/ 1781201 h 2444602"/>
                <a:gd name="csX4" fmla="*/ 1433949 w 2233750"/>
                <a:gd name="csY4" fmla="*/ 1781201 h 2444602"/>
                <a:gd name="csX5" fmla="*/ 731578 w 2233750"/>
                <a:gd name="csY5" fmla="*/ 2402052 h 2444602"/>
                <a:gd name="csX6" fmla="*/ 492060 w 2233750"/>
                <a:gd name="csY6" fmla="*/ 2387296 h 2444602"/>
                <a:gd name="csX7" fmla="*/ 42550 w 2233750"/>
                <a:gd name="csY7" fmla="*/ 1878764 h 2444602"/>
                <a:gd name="csX8" fmla="*/ 57306 w 2233750"/>
                <a:gd name="csY8" fmla="*/ 1639246 h 2444602"/>
                <a:gd name="csX9" fmla="*/ 571490 w 2233750"/>
                <a:gd name="csY9" fmla="*/ 1184740 h 2444602"/>
                <a:gd name="csX10" fmla="*/ 571490 w 2233750"/>
                <a:gd name="csY10" fmla="*/ 277049 h 2444602"/>
                <a:gd name="csX11" fmla="*/ 848539 w 2233750"/>
                <a:gd name="csY11" fmla="*/ 0 h 2444602"/>
                <a:gd name="csX12" fmla="*/ 1956701 w 2233750"/>
                <a:gd name="csY12" fmla="*/ 0 h 2444602"/>
                <a:gd name="csX13" fmla="*/ 2152604 w 2233750"/>
                <a:gd name="csY13" fmla="*/ 81146 h 2444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750" h="2444602">
                  <a:moveTo>
                    <a:pt x="2152604" y="81146"/>
                  </a:moveTo>
                  <a:cubicBezTo>
                    <a:pt x="2202740" y="131282"/>
                    <a:pt x="2233750" y="200544"/>
                    <a:pt x="2233750" y="277049"/>
                  </a:cubicBezTo>
                  <a:lnTo>
                    <a:pt x="2233750" y="1504152"/>
                  </a:lnTo>
                  <a:cubicBezTo>
                    <a:pt x="2233750" y="1657162"/>
                    <a:pt x="2109711" y="1781201"/>
                    <a:pt x="1956701" y="1781201"/>
                  </a:cubicBezTo>
                  <a:lnTo>
                    <a:pt x="1433949" y="1781201"/>
                  </a:lnTo>
                  <a:lnTo>
                    <a:pt x="731578" y="2402052"/>
                  </a:lnTo>
                  <a:cubicBezTo>
                    <a:pt x="661362" y="2464118"/>
                    <a:pt x="554126" y="2457512"/>
                    <a:pt x="492060" y="2387296"/>
                  </a:cubicBezTo>
                  <a:lnTo>
                    <a:pt x="42550" y="1878764"/>
                  </a:lnTo>
                  <a:cubicBezTo>
                    <a:pt x="-19516" y="1808548"/>
                    <a:pt x="-12910" y="1701312"/>
                    <a:pt x="57306" y="1639246"/>
                  </a:cubicBezTo>
                  <a:lnTo>
                    <a:pt x="571490" y="1184740"/>
                  </a:lnTo>
                  <a:lnTo>
                    <a:pt x="571490" y="277049"/>
                  </a:lnTo>
                  <a:cubicBezTo>
                    <a:pt x="571490" y="124039"/>
                    <a:pt x="695529" y="0"/>
                    <a:pt x="848539" y="0"/>
                  </a:cubicBezTo>
                  <a:lnTo>
                    <a:pt x="1956701" y="0"/>
                  </a:lnTo>
                  <a:cubicBezTo>
                    <a:pt x="2033206" y="0"/>
                    <a:pt x="2102468" y="31010"/>
                    <a:pt x="2152604" y="81146"/>
                  </a:cubicBezTo>
                  <a:close/>
                </a:path>
              </a:pathLst>
            </a:custGeom>
            <a:solidFill>
              <a:srgbClr val="9FF6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D77CA702-A722-32F2-AABB-AF5184712714}"/>
                </a:ext>
              </a:extLst>
            </p:cNvPr>
            <p:cNvGrpSpPr/>
            <p:nvPr/>
          </p:nvGrpSpPr>
          <p:grpSpPr>
            <a:xfrm>
              <a:off x="4348757" y="1658235"/>
              <a:ext cx="3494487" cy="2429130"/>
              <a:chOff x="4348757" y="1658235"/>
              <a:chExt cx="3494487" cy="2429130"/>
            </a:xfrm>
            <a:solidFill>
              <a:schemeClr val="accent3"/>
            </a:solidFill>
          </p:grpSpPr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5A88C69E-6D5A-B5AE-3C56-8170AA9D7DD4}"/>
                  </a:ext>
                </a:extLst>
              </p:cNvPr>
              <p:cNvSpPr/>
              <p:nvPr/>
            </p:nvSpPr>
            <p:spPr>
              <a:xfrm>
                <a:off x="4833972" y="2874297"/>
                <a:ext cx="1093509" cy="12130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C8D2E4D0-74DD-457B-2BD7-99B702938F45}"/>
                  </a:ext>
                </a:extLst>
              </p:cNvPr>
              <p:cNvSpPr/>
              <p:nvPr/>
            </p:nvSpPr>
            <p:spPr>
              <a:xfrm>
                <a:off x="4348757" y="2827162"/>
                <a:ext cx="895013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2B39D102-DB11-AECB-AC8B-88A0F8A5F09A}"/>
                  </a:ext>
                </a:extLst>
              </p:cNvPr>
              <p:cNvSpPr/>
              <p:nvPr/>
            </p:nvSpPr>
            <p:spPr>
              <a:xfrm>
                <a:off x="4523417" y="2216729"/>
                <a:ext cx="895013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0BB18055-949D-70BC-86C2-A643E319EE55}"/>
                  </a:ext>
                </a:extLst>
              </p:cNvPr>
              <p:cNvSpPr/>
              <p:nvPr/>
            </p:nvSpPr>
            <p:spPr>
              <a:xfrm>
                <a:off x="5139472" y="1658235"/>
                <a:ext cx="1447888" cy="12130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D4E8B0FC-3F21-D409-4FA8-73990119CA98}"/>
                  </a:ext>
                </a:extLst>
              </p:cNvPr>
              <p:cNvSpPr/>
              <p:nvPr/>
            </p:nvSpPr>
            <p:spPr>
              <a:xfrm>
                <a:off x="6166303" y="1874525"/>
                <a:ext cx="1093509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DA13AC9-75D7-3861-27A8-1420CF27BBE9}"/>
                  </a:ext>
                </a:extLst>
              </p:cNvPr>
              <p:cNvSpPr/>
              <p:nvPr/>
            </p:nvSpPr>
            <p:spPr>
              <a:xfrm>
                <a:off x="6685338" y="2280470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F7DA362E-7AA8-ED17-3D8C-82979B0A798A}"/>
                  </a:ext>
                </a:extLst>
              </p:cNvPr>
              <p:cNvSpPr/>
              <p:nvPr/>
            </p:nvSpPr>
            <p:spPr>
              <a:xfrm>
                <a:off x="6895373" y="2815788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CA6FE8D0-32FF-47AD-0823-9AD59ADFE746}"/>
                  </a:ext>
                </a:extLst>
              </p:cNvPr>
              <p:cNvSpPr/>
              <p:nvPr/>
            </p:nvSpPr>
            <p:spPr>
              <a:xfrm>
                <a:off x="6447064" y="3074692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DCFEB298-950C-3CAB-3584-E5D7F9C89C45}"/>
                  </a:ext>
                </a:extLst>
              </p:cNvPr>
              <p:cNvSpPr/>
              <p:nvPr/>
            </p:nvSpPr>
            <p:spPr>
              <a:xfrm>
                <a:off x="5967792" y="2548129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DBA04573-C5CC-A867-7219-1FD86573F358}"/>
                  </a:ext>
                </a:extLst>
              </p:cNvPr>
              <p:cNvSpPr/>
              <p:nvPr/>
            </p:nvSpPr>
            <p:spPr>
              <a:xfrm>
                <a:off x="5259186" y="2426730"/>
                <a:ext cx="1201277" cy="11560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Bogen 22">
              <a:extLst>
                <a:ext uri="{FF2B5EF4-FFF2-40B4-BE49-F238E27FC236}">
                  <a16:creationId xmlns:a16="http://schemas.microsoft.com/office/drawing/2014/main" id="{55BFA9C9-58F7-F230-EEA5-11446E662099}"/>
                </a:ext>
              </a:extLst>
            </p:cNvPr>
            <p:cNvSpPr/>
            <p:nvPr/>
          </p:nvSpPr>
          <p:spPr>
            <a:xfrm>
              <a:off x="6402694" y="3087567"/>
              <a:ext cx="969948" cy="978969"/>
            </a:xfrm>
            <a:prstGeom prst="arc">
              <a:avLst>
                <a:gd name="adj1" fmla="val 18172811"/>
                <a:gd name="adj2" fmla="val 1288239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Bogen 23">
              <a:extLst>
                <a:ext uri="{FF2B5EF4-FFF2-40B4-BE49-F238E27FC236}">
                  <a16:creationId xmlns:a16="http://schemas.microsoft.com/office/drawing/2014/main" id="{60F5F26F-ABB8-4BFD-AFE1-212AB9198476}"/>
                </a:ext>
              </a:extLst>
            </p:cNvPr>
            <p:cNvSpPr/>
            <p:nvPr/>
          </p:nvSpPr>
          <p:spPr>
            <a:xfrm>
              <a:off x="5735049" y="2434333"/>
              <a:ext cx="1212348" cy="1213069"/>
            </a:xfrm>
            <a:prstGeom prst="arc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Bogen 24">
              <a:extLst>
                <a:ext uri="{FF2B5EF4-FFF2-40B4-BE49-F238E27FC236}">
                  <a16:creationId xmlns:a16="http://schemas.microsoft.com/office/drawing/2014/main" id="{D69BCAE7-D252-F55F-9FF2-B8B97B3CD59F}"/>
                </a:ext>
              </a:extLst>
            </p:cNvPr>
            <p:cNvSpPr/>
            <p:nvPr/>
          </p:nvSpPr>
          <p:spPr>
            <a:xfrm>
              <a:off x="4770774" y="2999003"/>
              <a:ext cx="1093509" cy="1156099"/>
            </a:xfrm>
            <a:prstGeom prst="arc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921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D2C9-996F-54D6-E4AC-E6D882F8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F86E24A-9111-548D-166A-9C7495529110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83399170-5A11-8990-143F-004591163B77}"/>
              </a:ext>
            </a:extLst>
          </p:cNvPr>
          <p:cNvSpPr/>
          <p:nvPr/>
        </p:nvSpPr>
        <p:spPr>
          <a:xfrm rot="18880689">
            <a:off x="4917910" y="2747465"/>
            <a:ext cx="2233750" cy="2444602"/>
          </a:xfrm>
          <a:custGeom>
            <a:avLst/>
            <a:gdLst>
              <a:gd name="csX0" fmla="*/ 2152604 w 2233750"/>
              <a:gd name="csY0" fmla="*/ 81146 h 2444602"/>
              <a:gd name="csX1" fmla="*/ 2233750 w 2233750"/>
              <a:gd name="csY1" fmla="*/ 277049 h 2444602"/>
              <a:gd name="csX2" fmla="*/ 2233750 w 2233750"/>
              <a:gd name="csY2" fmla="*/ 1504152 h 2444602"/>
              <a:gd name="csX3" fmla="*/ 1956701 w 2233750"/>
              <a:gd name="csY3" fmla="*/ 1781201 h 2444602"/>
              <a:gd name="csX4" fmla="*/ 1433949 w 2233750"/>
              <a:gd name="csY4" fmla="*/ 1781201 h 2444602"/>
              <a:gd name="csX5" fmla="*/ 731578 w 2233750"/>
              <a:gd name="csY5" fmla="*/ 2402052 h 2444602"/>
              <a:gd name="csX6" fmla="*/ 492060 w 2233750"/>
              <a:gd name="csY6" fmla="*/ 2387296 h 2444602"/>
              <a:gd name="csX7" fmla="*/ 42550 w 2233750"/>
              <a:gd name="csY7" fmla="*/ 1878764 h 2444602"/>
              <a:gd name="csX8" fmla="*/ 57306 w 2233750"/>
              <a:gd name="csY8" fmla="*/ 1639246 h 2444602"/>
              <a:gd name="csX9" fmla="*/ 571490 w 2233750"/>
              <a:gd name="csY9" fmla="*/ 1184740 h 2444602"/>
              <a:gd name="csX10" fmla="*/ 571490 w 2233750"/>
              <a:gd name="csY10" fmla="*/ 277049 h 2444602"/>
              <a:gd name="csX11" fmla="*/ 848539 w 2233750"/>
              <a:gd name="csY11" fmla="*/ 0 h 2444602"/>
              <a:gd name="csX12" fmla="*/ 1956701 w 2233750"/>
              <a:gd name="csY12" fmla="*/ 0 h 2444602"/>
              <a:gd name="csX13" fmla="*/ 2152604 w 2233750"/>
              <a:gd name="csY13" fmla="*/ 81146 h 2444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233750" h="2444602">
                <a:moveTo>
                  <a:pt x="2152604" y="81146"/>
                </a:moveTo>
                <a:cubicBezTo>
                  <a:pt x="2202740" y="131282"/>
                  <a:pt x="2233750" y="200544"/>
                  <a:pt x="2233750" y="277049"/>
                </a:cubicBezTo>
                <a:lnTo>
                  <a:pt x="2233750" y="1504152"/>
                </a:lnTo>
                <a:cubicBezTo>
                  <a:pt x="2233750" y="1657162"/>
                  <a:pt x="2109711" y="1781201"/>
                  <a:pt x="1956701" y="1781201"/>
                </a:cubicBezTo>
                <a:lnTo>
                  <a:pt x="1433949" y="1781201"/>
                </a:lnTo>
                <a:lnTo>
                  <a:pt x="731578" y="2402052"/>
                </a:lnTo>
                <a:cubicBezTo>
                  <a:pt x="661362" y="2464118"/>
                  <a:pt x="554126" y="2457512"/>
                  <a:pt x="492060" y="2387296"/>
                </a:cubicBezTo>
                <a:lnTo>
                  <a:pt x="42550" y="1878764"/>
                </a:lnTo>
                <a:cubicBezTo>
                  <a:pt x="-19516" y="1808548"/>
                  <a:pt x="-12910" y="1701312"/>
                  <a:pt x="57306" y="1639246"/>
                </a:cubicBezTo>
                <a:lnTo>
                  <a:pt x="571490" y="1184740"/>
                </a:lnTo>
                <a:lnTo>
                  <a:pt x="571490" y="277049"/>
                </a:lnTo>
                <a:cubicBezTo>
                  <a:pt x="571490" y="124039"/>
                  <a:pt x="695529" y="0"/>
                  <a:pt x="848539" y="0"/>
                </a:cubicBezTo>
                <a:lnTo>
                  <a:pt x="1956701" y="0"/>
                </a:lnTo>
                <a:cubicBezTo>
                  <a:pt x="2033206" y="0"/>
                  <a:pt x="2102468" y="31010"/>
                  <a:pt x="2152604" y="81146"/>
                </a:cubicBezTo>
                <a:close/>
              </a:path>
            </a:pathLst>
          </a:custGeom>
          <a:solidFill>
            <a:srgbClr val="9FF6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B8E1200-89C4-C691-99B2-F62FB86712A5}"/>
              </a:ext>
            </a:extLst>
          </p:cNvPr>
          <p:cNvGrpSpPr/>
          <p:nvPr/>
        </p:nvGrpSpPr>
        <p:grpSpPr>
          <a:xfrm>
            <a:off x="4348757" y="1658235"/>
            <a:ext cx="3494487" cy="2429130"/>
            <a:chOff x="4348757" y="1658235"/>
            <a:chExt cx="3494487" cy="2429130"/>
          </a:xfrm>
          <a:solidFill>
            <a:schemeClr val="accent3"/>
          </a:solidFill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28026591-8F5B-A81E-95A5-F839FE1653CF}"/>
                </a:ext>
              </a:extLst>
            </p:cNvPr>
            <p:cNvSpPr/>
            <p:nvPr/>
          </p:nvSpPr>
          <p:spPr>
            <a:xfrm>
              <a:off x="4833972" y="2874297"/>
              <a:ext cx="1093509" cy="12130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9C30A15-2842-4CEE-F68D-9453D2FF57E0}"/>
                </a:ext>
              </a:extLst>
            </p:cNvPr>
            <p:cNvSpPr/>
            <p:nvPr/>
          </p:nvSpPr>
          <p:spPr>
            <a:xfrm>
              <a:off x="4348757" y="2827162"/>
              <a:ext cx="895013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29465A3-43EE-40EB-04DE-BF835A0E2E64}"/>
                </a:ext>
              </a:extLst>
            </p:cNvPr>
            <p:cNvSpPr/>
            <p:nvPr/>
          </p:nvSpPr>
          <p:spPr>
            <a:xfrm>
              <a:off x="4523417" y="2216729"/>
              <a:ext cx="895013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3DDC948-5704-1F1A-8988-2C3EAE1FEDCA}"/>
                </a:ext>
              </a:extLst>
            </p:cNvPr>
            <p:cNvSpPr/>
            <p:nvPr/>
          </p:nvSpPr>
          <p:spPr>
            <a:xfrm>
              <a:off x="5139472" y="1658235"/>
              <a:ext cx="1447888" cy="12130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86731413-B55D-B9CF-70EC-9280F2546B97}"/>
                </a:ext>
              </a:extLst>
            </p:cNvPr>
            <p:cNvSpPr/>
            <p:nvPr/>
          </p:nvSpPr>
          <p:spPr>
            <a:xfrm>
              <a:off x="6166303" y="1874525"/>
              <a:ext cx="1093509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17412450-3716-066B-4511-21B26C60B0C8}"/>
                </a:ext>
              </a:extLst>
            </p:cNvPr>
            <p:cNvSpPr/>
            <p:nvPr/>
          </p:nvSpPr>
          <p:spPr>
            <a:xfrm>
              <a:off x="6685338" y="2280470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69AB51C-817F-60EB-694D-11627F08DBD8}"/>
                </a:ext>
              </a:extLst>
            </p:cNvPr>
            <p:cNvSpPr/>
            <p:nvPr/>
          </p:nvSpPr>
          <p:spPr>
            <a:xfrm>
              <a:off x="6895373" y="2815788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0812F45-85B2-DB37-E35B-E69D1CF2803C}"/>
                </a:ext>
              </a:extLst>
            </p:cNvPr>
            <p:cNvSpPr/>
            <p:nvPr/>
          </p:nvSpPr>
          <p:spPr>
            <a:xfrm>
              <a:off x="6447064" y="3074692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E4D72D00-101D-A976-B4B3-78016666359A}"/>
                </a:ext>
              </a:extLst>
            </p:cNvPr>
            <p:cNvSpPr/>
            <p:nvPr/>
          </p:nvSpPr>
          <p:spPr>
            <a:xfrm>
              <a:off x="5967792" y="2548129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AB7E4354-2BC3-6279-8E00-EF63B7708FA3}"/>
                </a:ext>
              </a:extLst>
            </p:cNvPr>
            <p:cNvSpPr/>
            <p:nvPr/>
          </p:nvSpPr>
          <p:spPr>
            <a:xfrm>
              <a:off x="5259186" y="2426730"/>
              <a:ext cx="1201277" cy="11560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Bogen 22">
            <a:extLst>
              <a:ext uri="{FF2B5EF4-FFF2-40B4-BE49-F238E27FC236}">
                <a16:creationId xmlns:a16="http://schemas.microsoft.com/office/drawing/2014/main" id="{4C3B7B66-F9F8-91AD-D720-40009B335579}"/>
              </a:ext>
            </a:extLst>
          </p:cNvPr>
          <p:cNvSpPr/>
          <p:nvPr/>
        </p:nvSpPr>
        <p:spPr>
          <a:xfrm>
            <a:off x="6402694" y="3087567"/>
            <a:ext cx="969948" cy="978969"/>
          </a:xfrm>
          <a:prstGeom prst="arc">
            <a:avLst>
              <a:gd name="adj1" fmla="val 18172811"/>
              <a:gd name="adj2" fmla="val 1288239"/>
            </a:avLst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ogen 23">
            <a:extLst>
              <a:ext uri="{FF2B5EF4-FFF2-40B4-BE49-F238E27FC236}">
                <a16:creationId xmlns:a16="http://schemas.microsoft.com/office/drawing/2014/main" id="{78983B1E-ED83-32C9-C30D-5FEBB4408756}"/>
              </a:ext>
            </a:extLst>
          </p:cNvPr>
          <p:cNvSpPr/>
          <p:nvPr/>
        </p:nvSpPr>
        <p:spPr>
          <a:xfrm>
            <a:off x="5735049" y="2434333"/>
            <a:ext cx="1212348" cy="1213069"/>
          </a:xfrm>
          <a:prstGeom prst="arc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Bogen 24">
            <a:extLst>
              <a:ext uri="{FF2B5EF4-FFF2-40B4-BE49-F238E27FC236}">
                <a16:creationId xmlns:a16="http://schemas.microsoft.com/office/drawing/2014/main" id="{ACD2D8A4-E5E6-C484-072B-FDF1B711A5CA}"/>
              </a:ext>
            </a:extLst>
          </p:cNvPr>
          <p:cNvSpPr/>
          <p:nvPr/>
        </p:nvSpPr>
        <p:spPr>
          <a:xfrm>
            <a:off x="4770774" y="2999003"/>
            <a:ext cx="1093509" cy="1156099"/>
          </a:xfrm>
          <a:prstGeom prst="arc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F23A-96A5-076A-998A-A8E83771D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FAFFE37-5207-1EF0-DBA9-5EDA7E8E12B5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87B69EAF-CFF7-0542-31E9-5100FEE70B42}"/>
              </a:ext>
            </a:extLst>
          </p:cNvPr>
          <p:cNvSpPr/>
          <p:nvPr/>
        </p:nvSpPr>
        <p:spPr>
          <a:xfrm rot="18880689">
            <a:off x="4917910" y="2747465"/>
            <a:ext cx="2233750" cy="2444602"/>
          </a:xfrm>
          <a:custGeom>
            <a:avLst/>
            <a:gdLst>
              <a:gd name="csX0" fmla="*/ 2152604 w 2233750"/>
              <a:gd name="csY0" fmla="*/ 81146 h 2444602"/>
              <a:gd name="csX1" fmla="*/ 2233750 w 2233750"/>
              <a:gd name="csY1" fmla="*/ 277049 h 2444602"/>
              <a:gd name="csX2" fmla="*/ 2233750 w 2233750"/>
              <a:gd name="csY2" fmla="*/ 1504152 h 2444602"/>
              <a:gd name="csX3" fmla="*/ 1956701 w 2233750"/>
              <a:gd name="csY3" fmla="*/ 1781201 h 2444602"/>
              <a:gd name="csX4" fmla="*/ 1433949 w 2233750"/>
              <a:gd name="csY4" fmla="*/ 1781201 h 2444602"/>
              <a:gd name="csX5" fmla="*/ 731578 w 2233750"/>
              <a:gd name="csY5" fmla="*/ 2402052 h 2444602"/>
              <a:gd name="csX6" fmla="*/ 492060 w 2233750"/>
              <a:gd name="csY6" fmla="*/ 2387296 h 2444602"/>
              <a:gd name="csX7" fmla="*/ 42550 w 2233750"/>
              <a:gd name="csY7" fmla="*/ 1878764 h 2444602"/>
              <a:gd name="csX8" fmla="*/ 57306 w 2233750"/>
              <a:gd name="csY8" fmla="*/ 1639246 h 2444602"/>
              <a:gd name="csX9" fmla="*/ 571490 w 2233750"/>
              <a:gd name="csY9" fmla="*/ 1184740 h 2444602"/>
              <a:gd name="csX10" fmla="*/ 571490 w 2233750"/>
              <a:gd name="csY10" fmla="*/ 277049 h 2444602"/>
              <a:gd name="csX11" fmla="*/ 848539 w 2233750"/>
              <a:gd name="csY11" fmla="*/ 0 h 2444602"/>
              <a:gd name="csX12" fmla="*/ 1956701 w 2233750"/>
              <a:gd name="csY12" fmla="*/ 0 h 2444602"/>
              <a:gd name="csX13" fmla="*/ 2152604 w 2233750"/>
              <a:gd name="csY13" fmla="*/ 81146 h 2444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233750" h="2444602">
                <a:moveTo>
                  <a:pt x="2152604" y="81146"/>
                </a:moveTo>
                <a:cubicBezTo>
                  <a:pt x="2202740" y="131282"/>
                  <a:pt x="2233750" y="200544"/>
                  <a:pt x="2233750" y="277049"/>
                </a:cubicBezTo>
                <a:lnTo>
                  <a:pt x="2233750" y="1504152"/>
                </a:lnTo>
                <a:cubicBezTo>
                  <a:pt x="2233750" y="1657162"/>
                  <a:pt x="2109711" y="1781201"/>
                  <a:pt x="1956701" y="1781201"/>
                </a:cubicBezTo>
                <a:lnTo>
                  <a:pt x="1433949" y="1781201"/>
                </a:lnTo>
                <a:lnTo>
                  <a:pt x="731578" y="2402052"/>
                </a:lnTo>
                <a:cubicBezTo>
                  <a:pt x="661362" y="2464118"/>
                  <a:pt x="554126" y="2457512"/>
                  <a:pt x="492060" y="2387296"/>
                </a:cubicBezTo>
                <a:lnTo>
                  <a:pt x="42550" y="1878764"/>
                </a:lnTo>
                <a:cubicBezTo>
                  <a:pt x="-19516" y="1808548"/>
                  <a:pt x="-12910" y="1701312"/>
                  <a:pt x="57306" y="1639246"/>
                </a:cubicBezTo>
                <a:lnTo>
                  <a:pt x="571490" y="1184740"/>
                </a:lnTo>
                <a:lnTo>
                  <a:pt x="571490" y="277049"/>
                </a:lnTo>
                <a:cubicBezTo>
                  <a:pt x="571490" y="124039"/>
                  <a:pt x="695529" y="0"/>
                  <a:pt x="848539" y="0"/>
                </a:cubicBezTo>
                <a:lnTo>
                  <a:pt x="1956701" y="0"/>
                </a:lnTo>
                <a:cubicBezTo>
                  <a:pt x="2033206" y="0"/>
                  <a:pt x="2102468" y="31010"/>
                  <a:pt x="2152604" y="8114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52A20F2-0684-E39E-B1A8-D45DE557B04B}"/>
              </a:ext>
            </a:extLst>
          </p:cNvPr>
          <p:cNvGrpSpPr/>
          <p:nvPr/>
        </p:nvGrpSpPr>
        <p:grpSpPr>
          <a:xfrm>
            <a:off x="4348757" y="1658235"/>
            <a:ext cx="3494487" cy="2429130"/>
            <a:chOff x="4348757" y="1658235"/>
            <a:chExt cx="3494487" cy="2429130"/>
          </a:xfrm>
          <a:solidFill>
            <a:schemeClr val="bg1"/>
          </a:solidFill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BC83E710-51C4-BFEF-E998-CA55AD912BE5}"/>
                </a:ext>
              </a:extLst>
            </p:cNvPr>
            <p:cNvSpPr/>
            <p:nvPr/>
          </p:nvSpPr>
          <p:spPr>
            <a:xfrm>
              <a:off x="4833972" y="2874297"/>
              <a:ext cx="1093509" cy="12130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C221B551-3DF7-D71A-48B8-66048B35D683}"/>
                </a:ext>
              </a:extLst>
            </p:cNvPr>
            <p:cNvSpPr/>
            <p:nvPr/>
          </p:nvSpPr>
          <p:spPr>
            <a:xfrm>
              <a:off x="4348757" y="2827162"/>
              <a:ext cx="895013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6125ADA7-BA67-C550-21C9-2F3D6D2915BE}"/>
                </a:ext>
              </a:extLst>
            </p:cNvPr>
            <p:cNvSpPr/>
            <p:nvPr/>
          </p:nvSpPr>
          <p:spPr>
            <a:xfrm>
              <a:off x="4523417" y="2216729"/>
              <a:ext cx="895013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39B40905-9F1C-A064-368D-FF590A12BC97}"/>
                </a:ext>
              </a:extLst>
            </p:cNvPr>
            <p:cNvSpPr/>
            <p:nvPr/>
          </p:nvSpPr>
          <p:spPr>
            <a:xfrm>
              <a:off x="5139472" y="1658235"/>
              <a:ext cx="1447888" cy="12130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1C9B9FF7-1A74-3781-9951-A84D44D31826}"/>
                </a:ext>
              </a:extLst>
            </p:cNvPr>
            <p:cNvSpPr/>
            <p:nvPr/>
          </p:nvSpPr>
          <p:spPr>
            <a:xfrm>
              <a:off x="6166303" y="1874525"/>
              <a:ext cx="1093509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8DD61EAC-B810-CE9C-E809-A2A8D0524A98}"/>
                </a:ext>
              </a:extLst>
            </p:cNvPr>
            <p:cNvSpPr/>
            <p:nvPr/>
          </p:nvSpPr>
          <p:spPr>
            <a:xfrm>
              <a:off x="6685338" y="2280470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79EA2BB-31DE-00FB-0C4D-413408C3D87D}"/>
                </a:ext>
              </a:extLst>
            </p:cNvPr>
            <p:cNvSpPr/>
            <p:nvPr/>
          </p:nvSpPr>
          <p:spPr>
            <a:xfrm>
              <a:off x="6895373" y="2815788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C4EC2640-BFCB-C3A9-97F9-A47152E8194D}"/>
                </a:ext>
              </a:extLst>
            </p:cNvPr>
            <p:cNvSpPr/>
            <p:nvPr/>
          </p:nvSpPr>
          <p:spPr>
            <a:xfrm>
              <a:off x="6447064" y="3074692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5A02808-AEB5-B9AA-AD4A-604F7EEA1275}"/>
                </a:ext>
              </a:extLst>
            </p:cNvPr>
            <p:cNvSpPr/>
            <p:nvPr/>
          </p:nvSpPr>
          <p:spPr>
            <a:xfrm>
              <a:off x="5967792" y="2548129"/>
              <a:ext cx="947871" cy="97896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C3763B63-E52D-70F1-7E61-8EF275023EE7}"/>
                </a:ext>
              </a:extLst>
            </p:cNvPr>
            <p:cNvSpPr/>
            <p:nvPr/>
          </p:nvSpPr>
          <p:spPr>
            <a:xfrm>
              <a:off x="5259186" y="2426730"/>
              <a:ext cx="1201277" cy="11560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Bogen 22">
            <a:extLst>
              <a:ext uri="{FF2B5EF4-FFF2-40B4-BE49-F238E27FC236}">
                <a16:creationId xmlns:a16="http://schemas.microsoft.com/office/drawing/2014/main" id="{8F8C4890-2B6D-7A17-C6D9-548D946B3A6B}"/>
              </a:ext>
            </a:extLst>
          </p:cNvPr>
          <p:cNvSpPr/>
          <p:nvPr/>
        </p:nvSpPr>
        <p:spPr>
          <a:xfrm>
            <a:off x="6492051" y="3087567"/>
            <a:ext cx="858514" cy="978969"/>
          </a:xfrm>
          <a:prstGeom prst="arc">
            <a:avLst>
              <a:gd name="adj1" fmla="val 15703901"/>
              <a:gd name="adj2" fmla="val 317033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ogen 23">
            <a:extLst>
              <a:ext uri="{FF2B5EF4-FFF2-40B4-BE49-F238E27FC236}">
                <a16:creationId xmlns:a16="http://schemas.microsoft.com/office/drawing/2014/main" id="{8B5951A3-4957-DA5E-BE44-51958CB007AE}"/>
              </a:ext>
            </a:extLst>
          </p:cNvPr>
          <p:cNvSpPr/>
          <p:nvPr/>
        </p:nvSpPr>
        <p:spPr>
          <a:xfrm>
            <a:off x="5735049" y="2434333"/>
            <a:ext cx="1212348" cy="1213069"/>
          </a:xfrm>
          <a:prstGeom prst="arc">
            <a:avLst>
              <a:gd name="adj1" fmla="val 16200000"/>
              <a:gd name="adj2" fmla="val 20761643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Bogen 24">
            <a:extLst>
              <a:ext uri="{FF2B5EF4-FFF2-40B4-BE49-F238E27FC236}">
                <a16:creationId xmlns:a16="http://schemas.microsoft.com/office/drawing/2014/main" id="{31566753-FC8A-EAE2-D77C-5E70E2322700}"/>
              </a:ext>
            </a:extLst>
          </p:cNvPr>
          <p:cNvSpPr/>
          <p:nvPr/>
        </p:nvSpPr>
        <p:spPr>
          <a:xfrm>
            <a:off x="4946771" y="2999004"/>
            <a:ext cx="946872" cy="906562"/>
          </a:xfrm>
          <a:prstGeom prst="arc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0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22C74-E84C-0645-23E6-1EF392B7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feld 40">
            <a:extLst>
              <a:ext uri="{FF2B5EF4-FFF2-40B4-BE49-F238E27FC236}">
                <a16:creationId xmlns:a16="http://schemas.microsoft.com/office/drawing/2014/main" id="{01773E8C-5336-89F3-3957-B661E5376FF8}"/>
              </a:ext>
            </a:extLst>
          </p:cNvPr>
          <p:cNvSpPr txBox="1"/>
          <p:nvPr/>
        </p:nvSpPr>
        <p:spPr>
          <a:xfrm>
            <a:off x="414779" y="890393"/>
            <a:ext cx="160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Splash Screen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BF86F58-96DB-7BF1-C956-C16FF0811681}"/>
              </a:ext>
            </a:extLst>
          </p:cNvPr>
          <p:cNvGrpSpPr/>
          <p:nvPr/>
        </p:nvGrpSpPr>
        <p:grpSpPr>
          <a:xfrm>
            <a:off x="2676000" y="9000"/>
            <a:ext cx="6840000" cy="6840000"/>
            <a:chOff x="2676000" y="9000"/>
            <a:chExt cx="6840000" cy="684000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36FBA9AE-6ABA-840B-3D14-B9D70B7E6A2A}"/>
                </a:ext>
              </a:extLst>
            </p:cNvPr>
            <p:cNvSpPr/>
            <p:nvPr/>
          </p:nvSpPr>
          <p:spPr>
            <a:xfrm>
              <a:off x="2676000" y="9000"/>
              <a:ext cx="6840000" cy="684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CF183EFF-7130-4D42-162C-F1F2799B9EE3}"/>
                </a:ext>
              </a:extLst>
            </p:cNvPr>
            <p:cNvSpPr/>
            <p:nvPr/>
          </p:nvSpPr>
          <p:spPr>
            <a:xfrm rot="18880689">
              <a:off x="5345801" y="3050316"/>
              <a:ext cx="1422436" cy="1556706"/>
            </a:xfrm>
            <a:custGeom>
              <a:avLst/>
              <a:gdLst>
                <a:gd name="csX0" fmla="*/ 2152604 w 2233750"/>
                <a:gd name="csY0" fmla="*/ 81146 h 2444602"/>
                <a:gd name="csX1" fmla="*/ 2233750 w 2233750"/>
                <a:gd name="csY1" fmla="*/ 277049 h 2444602"/>
                <a:gd name="csX2" fmla="*/ 2233750 w 2233750"/>
                <a:gd name="csY2" fmla="*/ 1504152 h 2444602"/>
                <a:gd name="csX3" fmla="*/ 1956701 w 2233750"/>
                <a:gd name="csY3" fmla="*/ 1781201 h 2444602"/>
                <a:gd name="csX4" fmla="*/ 1433949 w 2233750"/>
                <a:gd name="csY4" fmla="*/ 1781201 h 2444602"/>
                <a:gd name="csX5" fmla="*/ 731578 w 2233750"/>
                <a:gd name="csY5" fmla="*/ 2402052 h 2444602"/>
                <a:gd name="csX6" fmla="*/ 492060 w 2233750"/>
                <a:gd name="csY6" fmla="*/ 2387296 h 2444602"/>
                <a:gd name="csX7" fmla="*/ 42550 w 2233750"/>
                <a:gd name="csY7" fmla="*/ 1878764 h 2444602"/>
                <a:gd name="csX8" fmla="*/ 57306 w 2233750"/>
                <a:gd name="csY8" fmla="*/ 1639246 h 2444602"/>
                <a:gd name="csX9" fmla="*/ 571490 w 2233750"/>
                <a:gd name="csY9" fmla="*/ 1184740 h 2444602"/>
                <a:gd name="csX10" fmla="*/ 571490 w 2233750"/>
                <a:gd name="csY10" fmla="*/ 277049 h 2444602"/>
                <a:gd name="csX11" fmla="*/ 848539 w 2233750"/>
                <a:gd name="csY11" fmla="*/ 0 h 2444602"/>
                <a:gd name="csX12" fmla="*/ 1956701 w 2233750"/>
                <a:gd name="csY12" fmla="*/ 0 h 2444602"/>
                <a:gd name="csX13" fmla="*/ 2152604 w 2233750"/>
                <a:gd name="csY13" fmla="*/ 81146 h 2444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750" h="2444602">
                  <a:moveTo>
                    <a:pt x="2152604" y="81146"/>
                  </a:moveTo>
                  <a:cubicBezTo>
                    <a:pt x="2202740" y="131282"/>
                    <a:pt x="2233750" y="200544"/>
                    <a:pt x="2233750" y="277049"/>
                  </a:cubicBezTo>
                  <a:lnTo>
                    <a:pt x="2233750" y="1504152"/>
                  </a:lnTo>
                  <a:cubicBezTo>
                    <a:pt x="2233750" y="1657162"/>
                    <a:pt x="2109711" y="1781201"/>
                    <a:pt x="1956701" y="1781201"/>
                  </a:cubicBezTo>
                  <a:lnTo>
                    <a:pt x="1433949" y="1781201"/>
                  </a:lnTo>
                  <a:lnTo>
                    <a:pt x="731578" y="2402052"/>
                  </a:lnTo>
                  <a:cubicBezTo>
                    <a:pt x="661362" y="2464118"/>
                    <a:pt x="554126" y="2457512"/>
                    <a:pt x="492060" y="2387296"/>
                  </a:cubicBezTo>
                  <a:lnTo>
                    <a:pt x="42550" y="1878764"/>
                  </a:lnTo>
                  <a:cubicBezTo>
                    <a:pt x="-19516" y="1808548"/>
                    <a:pt x="-12910" y="1701312"/>
                    <a:pt x="57306" y="1639246"/>
                  </a:cubicBezTo>
                  <a:lnTo>
                    <a:pt x="571490" y="1184740"/>
                  </a:lnTo>
                  <a:lnTo>
                    <a:pt x="571490" y="277049"/>
                  </a:lnTo>
                  <a:cubicBezTo>
                    <a:pt x="571490" y="124039"/>
                    <a:pt x="695529" y="0"/>
                    <a:pt x="848539" y="0"/>
                  </a:cubicBezTo>
                  <a:lnTo>
                    <a:pt x="1956701" y="0"/>
                  </a:lnTo>
                  <a:cubicBezTo>
                    <a:pt x="2033206" y="0"/>
                    <a:pt x="2102468" y="31010"/>
                    <a:pt x="2152604" y="81146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DC7A0DD3-8F05-52DA-2207-4F18CA94E615}"/>
                </a:ext>
              </a:extLst>
            </p:cNvPr>
            <p:cNvSpPr/>
            <p:nvPr/>
          </p:nvSpPr>
          <p:spPr>
            <a:xfrm>
              <a:off x="5292350" y="3131082"/>
              <a:ext cx="696339" cy="7724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08313515-39DD-B8B3-000F-2AC4B2DC6C99}"/>
                </a:ext>
              </a:extLst>
            </p:cNvPr>
            <p:cNvSpPr/>
            <p:nvPr/>
          </p:nvSpPr>
          <p:spPr>
            <a:xfrm>
              <a:off x="4983368" y="3101067"/>
              <a:ext cx="56993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CA98B7F4-7367-A216-61CA-E6412A604391}"/>
                </a:ext>
              </a:extLst>
            </p:cNvPr>
            <p:cNvSpPr/>
            <p:nvPr/>
          </p:nvSpPr>
          <p:spPr>
            <a:xfrm>
              <a:off x="5094590" y="2712347"/>
              <a:ext cx="56993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391DE06A-71E3-15D9-9F9C-C7B67B8388EA}"/>
                </a:ext>
              </a:extLst>
            </p:cNvPr>
            <p:cNvSpPr/>
            <p:nvPr/>
          </p:nvSpPr>
          <p:spPr>
            <a:xfrm>
              <a:off x="5486890" y="2356702"/>
              <a:ext cx="922005" cy="7724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7C44995A-716D-2D0F-0576-9A73125DCF5A}"/>
                </a:ext>
              </a:extLst>
            </p:cNvPr>
            <p:cNvSpPr/>
            <p:nvPr/>
          </p:nvSpPr>
          <p:spPr>
            <a:xfrm>
              <a:off x="6140769" y="2494434"/>
              <a:ext cx="696339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8C8C8A28-BB2A-575B-DC21-04D226A7DF79}"/>
                </a:ext>
              </a:extLst>
            </p:cNvPr>
            <p:cNvSpPr/>
            <p:nvPr/>
          </p:nvSpPr>
          <p:spPr>
            <a:xfrm>
              <a:off x="6471287" y="2752937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B7B90A04-73FE-39CF-8F4A-8F2ACED8D8AF}"/>
                </a:ext>
              </a:extLst>
            </p:cNvPr>
            <p:cNvSpPr/>
            <p:nvPr/>
          </p:nvSpPr>
          <p:spPr>
            <a:xfrm>
              <a:off x="6605035" y="3093824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FD22B976-F546-116B-D19E-3FD3D78D810D}"/>
                </a:ext>
              </a:extLst>
            </p:cNvPr>
            <p:cNvSpPr/>
            <p:nvPr/>
          </p:nvSpPr>
          <p:spPr>
            <a:xfrm>
              <a:off x="6319555" y="3258692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6CC425C3-E473-B66A-6839-990FB05B20D1}"/>
                </a:ext>
              </a:extLst>
            </p:cNvPr>
            <p:cNvSpPr/>
            <p:nvPr/>
          </p:nvSpPr>
          <p:spPr>
            <a:xfrm>
              <a:off x="6014358" y="2923380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6EF3BAFB-E234-3D47-AE42-209727F929B5}"/>
                </a:ext>
              </a:extLst>
            </p:cNvPr>
            <p:cNvSpPr/>
            <p:nvPr/>
          </p:nvSpPr>
          <p:spPr>
            <a:xfrm>
              <a:off x="5563123" y="2846074"/>
              <a:ext cx="764965" cy="7361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Bogen 62">
              <a:extLst>
                <a:ext uri="{FF2B5EF4-FFF2-40B4-BE49-F238E27FC236}">
                  <a16:creationId xmlns:a16="http://schemas.microsoft.com/office/drawing/2014/main" id="{61F1E257-380E-7638-8B58-5169C3495CF4}"/>
                </a:ext>
              </a:extLst>
            </p:cNvPr>
            <p:cNvSpPr/>
            <p:nvPr/>
          </p:nvSpPr>
          <p:spPr>
            <a:xfrm>
              <a:off x="6261287" y="3258692"/>
              <a:ext cx="617656" cy="623401"/>
            </a:xfrm>
            <a:prstGeom prst="arc">
              <a:avLst>
                <a:gd name="adj1" fmla="val 18172811"/>
                <a:gd name="adj2" fmla="val 1288239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Bogen 63">
              <a:extLst>
                <a:ext uri="{FF2B5EF4-FFF2-40B4-BE49-F238E27FC236}">
                  <a16:creationId xmlns:a16="http://schemas.microsoft.com/office/drawing/2014/main" id="{96EDDC49-532A-65F2-C899-67B2A97DC121}"/>
                </a:ext>
              </a:extLst>
            </p:cNvPr>
            <p:cNvSpPr/>
            <p:nvPr/>
          </p:nvSpPr>
          <p:spPr>
            <a:xfrm>
              <a:off x="5866149" y="2850916"/>
              <a:ext cx="772015" cy="772474"/>
            </a:xfrm>
            <a:prstGeom prst="arc">
              <a:avLst>
                <a:gd name="adj1" fmla="val 16200000"/>
                <a:gd name="adj2" fmla="val 20501590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Bogen 64">
              <a:extLst>
                <a:ext uri="{FF2B5EF4-FFF2-40B4-BE49-F238E27FC236}">
                  <a16:creationId xmlns:a16="http://schemas.microsoft.com/office/drawing/2014/main" id="{38A13DFB-911D-8224-9A9A-1C863CD5501A}"/>
                </a:ext>
              </a:extLst>
            </p:cNvPr>
            <p:cNvSpPr/>
            <p:nvPr/>
          </p:nvSpPr>
          <p:spPr>
            <a:xfrm>
              <a:off x="5252105" y="3210494"/>
              <a:ext cx="696339" cy="736196"/>
            </a:xfrm>
            <a:prstGeom prst="arc">
              <a:avLst>
                <a:gd name="adj1" fmla="val 16200000"/>
                <a:gd name="adj2" fmla="val 20595110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090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553C-8DFC-3FF0-A041-03F8EAD2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feld 40">
            <a:extLst>
              <a:ext uri="{FF2B5EF4-FFF2-40B4-BE49-F238E27FC236}">
                <a16:creationId xmlns:a16="http://schemas.microsoft.com/office/drawing/2014/main" id="{35A65E33-79C8-980C-7DE3-52F93FAC718A}"/>
              </a:ext>
            </a:extLst>
          </p:cNvPr>
          <p:cNvSpPr txBox="1"/>
          <p:nvPr/>
        </p:nvSpPr>
        <p:spPr>
          <a:xfrm>
            <a:off x="414779" y="890393"/>
            <a:ext cx="211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Splash Screen:dark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C7C55DAD-B215-5E32-2584-39ABB54ED2C8}"/>
              </a:ext>
            </a:extLst>
          </p:cNvPr>
          <p:cNvGrpSpPr/>
          <p:nvPr/>
        </p:nvGrpSpPr>
        <p:grpSpPr>
          <a:xfrm>
            <a:off x="2676000" y="9000"/>
            <a:ext cx="6840000" cy="6840000"/>
            <a:chOff x="2676000" y="9000"/>
            <a:chExt cx="6840000" cy="684000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A36CFD09-71A0-7B58-2E8E-F3E5FC0B0FAC}"/>
                </a:ext>
              </a:extLst>
            </p:cNvPr>
            <p:cNvSpPr/>
            <p:nvPr/>
          </p:nvSpPr>
          <p:spPr>
            <a:xfrm>
              <a:off x="2676000" y="9000"/>
              <a:ext cx="6840000" cy="6840000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262626"/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48831D14-FCE0-DC2D-D6BB-B0C0845C9EF8}"/>
                </a:ext>
              </a:extLst>
            </p:cNvPr>
            <p:cNvSpPr/>
            <p:nvPr/>
          </p:nvSpPr>
          <p:spPr>
            <a:xfrm rot="18880689">
              <a:off x="5345801" y="3050316"/>
              <a:ext cx="1422436" cy="1556706"/>
            </a:xfrm>
            <a:custGeom>
              <a:avLst/>
              <a:gdLst>
                <a:gd name="csX0" fmla="*/ 2152604 w 2233750"/>
                <a:gd name="csY0" fmla="*/ 81146 h 2444602"/>
                <a:gd name="csX1" fmla="*/ 2233750 w 2233750"/>
                <a:gd name="csY1" fmla="*/ 277049 h 2444602"/>
                <a:gd name="csX2" fmla="*/ 2233750 w 2233750"/>
                <a:gd name="csY2" fmla="*/ 1504152 h 2444602"/>
                <a:gd name="csX3" fmla="*/ 1956701 w 2233750"/>
                <a:gd name="csY3" fmla="*/ 1781201 h 2444602"/>
                <a:gd name="csX4" fmla="*/ 1433949 w 2233750"/>
                <a:gd name="csY4" fmla="*/ 1781201 h 2444602"/>
                <a:gd name="csX5" fmla="*/ 731578 w 2233750"/>
                <a:gd name="csY5" fmla="*/ 2402052 h 2444602"/>
                <a:gd name="csX6" fmla="*/ 492060 w 2233750"/>
                <a:gd name="csY6" fmla="*/ 2387296 h 2444602"/>
                <a:gd name="csX7" fmla="*/ 42550 w 2233750"/>
                <a:gd name="csY7" fmla="*/ 1878764 h 2444602"/>
                <a:gd name="csX8" fmla="*/ 57306 w 2233750"/>
                <a:gd name="csY8" fmla="*/ 1639246 h 2444602"/>
                <a:gd name="csX9" fmla="*/ 571490 w 2233750"/>
                <a:gd name="csY9" fmla="*/ 1184740 h 2444602"/>
                <a:gd name="csX10" fmla="*/ 571490 w 2233750"/>
                <a:gd name="csY10" fmla="*/ 277049 h 2444602"/>
                <a:gd name="csX11" fmla="*/ 848539 w 2233750"/>
                <a:gd name="csY11" fmla="*/ 0 h 2444602"/>
                <a:gd name="csX12" fmla="*/ 1956701 w 2233750"/>
                <a:gd name="csY12" fmla="*/ 0 h 2444602"/>
                <a:gd name="csX13" fmla="*/ 2152604 w 2233750"/>
                <a:gd name="csY13" fmla="*/ 81146 h 2444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750" h="2444602">
                  <a:moveTo>
                    <a:pt x="2152604" y="81146"/>
                  </a:moveTo>
                  <a:cubicBezTo>
                    <a:pt x="2202740" y="131282"/>
                    <a:pt x="2233750" y="200544"/>
                    <a:pt x="2233750" y="277049"/>
                  </a:cubicBezTo>
                  <a:lnTo>
                    <a:pt x="2233750" y="1504152"/>
                  </a:lnTo>
                  <a:cubicBezTo>
                    <a:pt x="2233750" y="1657162"/>
                    <a:pt x="2109711" y="1781201"/>
                    <a:pt x="1956701" y="1781201"/>
                  </a:cubicBezTo>
                  <a:lnTo>
                    <a:pt x="1433949" y="1781201"/>
                  </a:lnTo>
                  <a:lnTo>
                    <a:pt x="731578" y="2402052"/>
                  </a:lnTo>
                  <a:cubicBezTo>
                    <a:pt x="661362" y="2464118"/>
                    <a:pt x="554126" y="2457512"/>
                    <a:pt x="492060" y="2387296"/>
                  </a:cubicBezTo>
                  <a:lnTo>
                    <a:pt x="42550" y="1878764"/>
                  </a:lnTo>
                  <a:cubicBezTo>
                    <a:pt x="-19516" y="1808548"/>
                    <a:pt x="-12910" y="1701312"/>
                    <a:pt x="57306" y="1639246"/>
                  </a:cubicBezTo>
                  <a:lnTo>
                    <a:pt x="571490" y="1184740"/>
                  </a:lnTo>
                  <a:lnTo>
                    <a:pt x="571490" y="277049"/>
                  </a:lnTo>
                  <a:cubicBezTo>
                    <a:pt x="571490" y="124039"/>
                    <a:pt x="695529" y="0"/>
                    <a:pt x="848539" y="0"/>
                  </a:cubicBezTo>
                  <a:lnTo>
                    <a:pt x="1956701" y="0"/>
                  </a:lnTo>
                  <a:cubicBezTo>
                    <a:pt x="2033206" y="0"/>
                    <a:pt x="2102468" y="31010"/>
                    <a:pt x="2152604" y="81146"/>
                  </a:cubicBezTo>
                  <a:close/>
                </a:path>
              </a:pathLst>
            </a:custGeom>
            <a:solidFill>
              <a:srgbClr val="9FF6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75304A05-FC89-17F3-FC6B-894A2D373749}"/>
                </a:ext>
              </a:extLst>
            </p:cNvPr>
            <p:cNvSpPr/>
            <p:nvPr/>
          </p:nvSpPr>
          <p:spPr>
            <a:xfrm>
              <a:off x="5292350" y="3131082"/>
              <a:ext cx="696339" cy="7724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778454D9-1C49-8515-ED39-793D58F87BFA}"/>
                </a:ext>
              </a:extLst>
            </p:cNvPr>
            <p:cNvSpPr/>
            <p:nvPr/>
          </p:nvSpPr>
          <p:spPr>
            <a:xfrm>
              <a:off x="4983368" y="3101067"/>
              <a:ext cx="56993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D1760E16-C8D2-96A0-1205-A6C3EA1BE5F2}"/>
                </a:ext>
              </a:extLst>
            </p:cNvPr>
            <p:cNvSpPr/>
            <p:nvPr/>
          </p:nvSpPr>
          <p:spPr>
            <a:xfrm>
              <a:off x="5094590" y="2712347"/>
              <a:ext cx="56993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09DA5195-28FE-7EF6-1C6F-BB911B8F5700}"/>
                </a:ext>
              </a:extLst>
            </p:cNvPr>
            <p:cNvSpPr/>
            <p:nvPr/>
          </p:nvSpPr>
          <p:spPr>
            <a:xfrm>
              <a:off x="5486890" y="2356702"/>
              <a:ext cx="922005" cy="77247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6131481D-8D32-6D99-A452-55B1DFBB30BB}"/>
                </a:ext>
              </a:extLst>
            </p:cNvPr>
            <p:cNvSpPr/>
            <p:nvPr/>
          </p:nvSpPr>
          <p:spPr>
            <a:xfrm>
              <a:off x="6140769" y="2494434"/>
              <a:ext cx="696339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6E306D1F-AEF2-DC9E-BEE9-40D0BC212328}"/>
                </a:ext>
              </a:extLst>
            </p:cNvPr>
            <p:cNvSpPr/>
            <p:nvPr/>
          </p:nvSpPr>
          <p:spPr>
            <a:xfrm>
              <a:off x="6471287" y="2752937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183CF391-526F-9E3C-314F-EA3238A3FEC0}"/>
                </a:ext>
              </a:extLst>
            </p:cNvPr>
            <p:cNvSpPr/>
            <p:nvPr/>
          </p:nvSpPr>
          <p:spPr>
            <a:xfrm>
              <a:off x="6605035" y="3093824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DDD41F4-6B5F-D8DB-22D6-701049F1770C}"/>
                </a:ext>
              </a:extLst>
            </p:cNvPr>
            <p:cNvSpPr/>
            <p:nvPr/>
          </p:nvSpPr>
          <p:spPr>
            <a:xfrm>
              <a:off x="6319555" y="3258692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B362D81C-1551-BE66-0197-BAFE0C50A02D}"/>
                </a:ext>
              </a:extLst>
            </p:cNvPr>
            <p:cNvSpPr/>
            <p:nvPr/>
          </p:nvSpPr>
          <p:spPr>
            <a:xfrm>
              <a:off x="6014358" y="2923380"/>
              <a:ext cx="603598" cy="6234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5FD5D99C-ECB0-08AB-823E-062C69E59B1B}"/>
                </a:ext>
              </a:extLst>
            </p:cNvPr>
            <p:cNvSpPr/>
            <p:nvPr/>
          </p:nvSpPr>
          <p:spPr>
            <a:xfrm>
              <a:off x="5563123" y="2846074"/>
              <a:ext cx="764965" cy="73619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Bogen 62">
              <a:extLst>
                <a:ext uri="{FF2B5EF4-FFF2-40B4-BE49-F238E27FC236}">
                  <a16:creationId xmlns:a16="http://schemas.microsoft.com/office/drawing/2014/main" id="{5CB721BB-447F-B247-9BF8-9EA4362452AD}"/>
                </a:ext>
              </a:extLst>
            </p:cNvPr>
            <p:cNvSpPr/>
            <p:nvPr/>
          </p:nvSpPr>
          <p:spPr>
            <a:xfrm>
              <a:off x="6261287" y="3258692"/>
              <a:ext cx="617656" cy="623401"/>
            </a:xfrm>
            <a:prstGeom prst="arc">
              <a:avLst>
                <a:gd name="adj1" fmla="val 18172811"/>
                <a:gd name="adj2" fmla="val 1288239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Bogen 63">
              <a:extLst>
                <a:ext uri="{FF2B5EF4-FFF2-40B4-BE49-F238E27FC236}">
                  <a16:creationId xmlns:a16="http://schemas.microsoft.com/office/drawing/2014/main" id="{4AC2F295-E011-070A-7FE2-5C45FDAF5967}"/>
                </a:ext>
              </a:extLst>
            </p:cNvPr>
            <p:cNvSpPr/>
            <p:nvPr/>
          </p:nvSpPr>
          <p:spPr>
            <a:xfrm>
              <a:off x="5866149" y="2850916"/>
              <a:ext cx="772015" cy="772474"/>
            </a:xfrm>
            <a:prstGeom prst="arc">
              <a:avLst>
                <a:gd name="adj1" fmla="val 16200000"/>
                <a:gd name="adj2" fmla="val 20501590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Bogen 64">
              <a:extLst>
                <a:ext uri="{FF2B5EF4-FFF2-40B4-BE49-F238E27FC236}">
                  <a16:creationId xmlns:a16="http://schemas.microsoft.com/office/drawing/2014/main" id="{A7AB8DF7-09B4-D80B-B8F1-4328BB08067C}"/>
                </a:ext>
              </a:extLst>
            </p:cNvPr>
            <p:cNvSpPr/>
            <p:nvPr/>
          </p:nvSpPr>
          <p:spPr>
            <a:xfrm>
              <a:off x="5252105" y="3210494"/>
              <a:ext cx="696339" cy="736196"/>
            </a:xfrm>
            <a:prstGeom prst="arc">
              <a:avLst>
                <a:gd name="adj1" fmla="val 16200000"/>
                <a:gd name="adj2" fmla="val 20595110"/>
              </a:avLst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54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D7EC-7D5D-BCB0-8023-84F8BBA0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49B6EC7B-BD7F-4BEA-6898-1C4C07A642A0}"/>
              </a:ext>
            </a:extLst>
          </p:cNvPr>
          <p:cNvSpPr/>
          <p:nvPr/>
        </p:nvSpPr>
        <p:spPr>
          <a:xfrm>
            <a:off x="2676000" y="9000"/>
            <a:ext cx="6840000" cy="6840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3ECE757F-32C9-2E84-A428-7EB4D969DA6B}"/>
              </a:ext>
            </a:extLst>
          </p:cNvPr>
          <p:cNvGrpSpPr>
            <a:grpSpLocks noChangeAspect="1"/>
          </p:cNvGrpSpPr>
          <p:nvPr/>
        </p:nvGrpSpPr>
        <p:grpSpPr>
          <a:xfrm>
            <a:off x="4882478" y="2238426"/>
            <a:ext cx="2427044" cy="2381148"/>
            <a:chOff x="4348757" y="1658235"/>
            <a:chExt cx="3494487" cy="3428406"/>
          </a:xfrm>
        </p:grpSpPr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3EE47F0B-FA8D-DCE2-2AE9-868D2A1C5A07}"/>
                </a:ext>
              </a:extLst>
            </p:cNvPr>
            <p:cNvSpPr/>
            <p:nvPr/>
          </p:nvSpPr>
          <p:spPr>
            <a:xfrm rot="18880689">
              <a:off x="4917910" y="2747465"/>
              <a:ext cx="2233750" cy="2444602"/>
            </a:xfrm>
            <a:custGeom>
              <a:avLst/>
              <a:gdLst>
                <a:gd name="csX0" fmla="*/ 2152604 w 2233750"/>
                <a:gd name="csY0" fmla="*/ 81146 h 2444602"/>
                <a:gd name="csX1" fmla="*/ 2233750 w 2233750"/>
                <a:gd name="csY1" fmla="*/ 277049 h 2444602"/>
                <a:gd name="csX2" fmla="*/ 2233750 w 2233750"/>
                <a:gd name="csY2" fmla="*/ 1504152 h 2444602"/>
                <a:gd name="csX3" fmla="*/ 1956701 w 2233750"/>
                <a:gd name="csY3" fmla="*/ 1781201 h 2444602"/>
                <a:gd name="csX4" fmla="*/ 1433949 w 2233750"/>
                <a:gd name="csY4" fmla="*/ 1781201 h 2444602"/>
                <a:gd name="csX5" fmla="*/ 731578 w 2233750"/>
                <a:gd name="csY5" fmla="*/ 2402052 h 2444602"/>
                <a:gd name="csX6" fmla="*/ 492060 w 2233750"/>
                <a:gd name="csY6" fmla="*/ 2387296 h 2444602"/>
                <a:gd name="csX7" fmla="*/ 42550 w 2233750"/>
                <a:gd name="csY7" fmla="*/ 1878764 h 2444602"/>
                <a:gd name="csX8" fmla="*/ 57306 w 2233750"/>
                <a:gd name="csY8" fmla="*/ 1639246 h 2444602"/>
                <a:gd name="csX9" fmla="*/ 571490 w 2233750"/>
                <a:gd name="csY9" fmla="*/ 1184740 h 2444602"/>
                <a:gd name="csX10" fmla="*/ 571490 w 2233750"/>
                <a:gd name="csY10" fmla="*/ 277049 h 2444602"/>
                <a:gd name="csX11" fmla="*/ 848539 w 2233750"/>
                <a:gd name="csY11" fmla="*/ 0 h 2444602"/>
                <a:gd name="csX12" fmla="*/ 1956701 w 2233750"/>
                <a:gd name="csY12" fmla="*/ 0 h 2444602"/>
                <a:gd name="csX13" fmla="*/ 2152604 w 2233750"/>
                <a:gd name="csY13" fmla="*/ 81146 h 2444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750" h="2444602">
                  <a:moveTo>
                    <a:pt x="2152604" y="81146"/>
                  </a:moveTo>
                  <a:cubicBezTo>
                    <a:pt x="2202740" y="131282"/>
                    <a:pt x="2233750" y="200544"/>
                    <a:pt x="2233750" y="277049"/>
                  </a:cubicBezTo>
                  <a:lnTo>
                    <a:pt x="2233750" y="1504152"/>
                  </a:lnTo>
                  <a:cubicBezTo>
                    <a:pt x="2233750" y="1657162"/>
                    <a:pt x="2109711" y="1781201"/>
                    <a:pt x="1956701" y="1781201"/>
                  </a:cubicBezTo>
                  <a:lnTo>
                    <a:pt x="1433949" y="1781201"/>
                  </a:lnTo>
                  <a:lnTo>
                    <a:pt x="731578" y="2402052"/>
                  </a:lnTo>
                  <a:cubicBezTo>
                    <a:pt x="661362" y="2464118"/>
                    <a:pt x="554126" y="2457512"/>
                    <a:pt x="492060" y="2387296"/>
                  </a:cubicBezTo>
                  <a:lnTo>
                    <a:pt x="42550" y="1878764"/>
                  </a:lnTo>
                  <a:cubicBezTo>
                    <a:pt x="-19516" y="1808548"/>
                    <a:pt x="-12910" y="1701312"/>
                    <a:pt x="57306" y="1639246"/>
                  </a:cubicBezTo>
                  <a:lnTo>
                    <a:pt x="571490" y="1184740"/>
                  </a:lnTo>
                  <a:lnTo>
                    <a:pt x="571490" y="277049"/>
                  </a:lnTo>
                  <a:cubicBezTo>
                    <a:pt x="571490" y="124039"/>
                    <a:pt x="695529" y="0"/>
                    <a:pt x="848539" y="0"/>
                  </a:cubicBezTo>
                  <a:lnTo>
                    <a:pt x="1956701" y="0"/>
                  </a:lnTo>
                  <a:cubicBezTo>
                    <a:pt x="2033206" y="0"/>
                    <a:pt x="2102468" y="31010"/>
                    <a:pt x="2152604" y="81146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E902CB1B-43D0-234E-4880-DEC13819BAF0}"/>
                </a:ext>
              </a:extLst>
            </p:cNvPr>
            <p:cNvGrpSpPr/>
            <p:nvPr/>
          </p:nvGrpSpPr>
          <p:grpSpPr>
            <a:xfrm>
              <a:off x="4348757" y="1658235"/>
              <a:ext cx="3494487" cy="2429130"/>
              <a:chOff x="4348757" y="1658235"/>
              <a:chExt cx="3494487" cy="2429130"/>
            </a:xfrm>
            <a:solidFill>
              <a:schemeClr val="bg1"/>
            </a:solidFill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E53F4ACF-FBC8-1086-4E1E-AF19623D4405}"/>
                  </a:ext>
                </a:extLst>
              </p:cNvPr>
              <p:cNvSpPr/>
              <p:nvPr/>
            </p:nvSpPr>
            <p:spPr>
              <a:xfrm>
                <a:off x="4833972" y="2874297"/>
                <a:ext cx="1093509" cy="12130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5116C4D0-B5B2-17AA-E33D-AD597D4CA10A}"/>
                  </a:ext>
                </a:extLst>
              </p:cNvPr>
              <p:cNvSpPr/>
              <p:nvPr/>
            </p:nvSpPr>
            <p:spPr>
              <a:xfrm>
                <a:off x="4348757" y="2827162"/>
                <a:ext cx="895013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C61E8356-5E71-5820-F39B-05E89BF921D1}"/>
                  </a:ext>
                </a:extLst>
              </p:cNvPr>
              <p:cNvSpPr/>
              <p:nvPr/>
            </p:nvSpPr>
            <p:spPr>
              <a:xfrm>
                <a:off x="4523417" y="2216729"/>
                <a:ext cx="895013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C4C5232C-430E-7E08-9966-C92438A6836E}"/>
                  </a:ext>
                </a:extLst>
              </p:cNvPr>
              <p:cNvSpPr/>
              <p:nvPr/>
            </p:nvSpPr>
            <p:spPr>
              <a:xfrm>
                <a:off x="5139472" y="1658235"/>
                <a:ext cx="1447888" cy="121306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0164066C-F1A6-9572-8D92-17D4C0264B88}"/>
                  </a:ext>
                </a:extLst>
              </p:cNvPr>
              <p:cNvSpPr/>
              <p:nvPr/>
            </p:nvSpPr>
            <p:spPr>
              <a:xfrm>
                <a:off x="6166303" y="1874525"/>
                <a:ext cx="1093509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FE2B43E2-250C-02E5-E85C-B4389D7B0DD0}"/>
                  </a:ext>
                </a:extLst>
              </p:cNvPr>
              <p:cNvSpPr/>
              <p:nvPr/>
            </p:nvSpPr>
            <p:spPr>
              <a:xfrm>
                <a:off x="6685338" y="2280470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A27140AA-8FA9-9B61-DC1B-5037CDC45A93}"/>
                  </a:ext>
                </a:extLst>
              </p:cNvPr>
              <p:cNvSpPr/>
              <p:nvPr/>
            </p:nvSpPr>
            <p:spPr>
              <a:xfrm>
                <a:off x="6895373" y="2815788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6A02383C-63CD-0200-27AF-A59E4423AF69}"/>
                  </a:ext>
                </a:extLst>
              </p:cNvPr>
              <p:cNvSpPr/>
              <p:nvPr/>
            </p:nvSpPr>
            <p:spPr>
              <a:xfrm>
                <a:off x="6447064" y="3074692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8FC52E24-6425-0D1F-7D48-6075317C15D0}"/>
                  </a:ext>
                </a:extLst>
              </p:cNvPr>
              <p:cNvSpPr/>
              <p:nvPr/>
            </p:nvSpPr>
            <p:spPr>
              <a:xfrm>
                <a:off x="5967792" y="2548129"/>
                <a:ext cx="947871" cy="9789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E7F9E393-2819-8396-5782-34228141F531}"/>
                  </a:ext>
                </a:extLst>
              </p:cNvPr>
              <p:cNvSpPr/>
              <p:nvPr/>
            </p:nvSpPr>
            <p:spPr>
              <a:xfrm>
                <a:off x="5259186" y="2426730"/>
                <a:ext cx="1201277" cy="11560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Bogen 36">
              <a:extLst>
                <a:ext uri="{FF2B5EF4-FFF2-40B4-BE49-F238E27FC236}">
                  <a16:creationId xmlns:a16="http://schemas.microsoft.com/office/drawing/2014/main" id="{5065FDA5-EC03-F4A0-D7C4-0FD2A84BF8F5}"/>
                </a:ext>
              </a:extLst>
            </p:cNvPr>
            <p:cNvSpPr/>
            <p:nvPr/>
          </p:nvSpPr>
          <p:spPr>
            <a:xfrm>
              <a:off x="6492051" y="3087567"/>
              <a:ext cx="858514" cy="978969"/>
            </a:xfrm>
            <a:prstGeom prst="arc">
              <a:avLst>
                <a:gd name="adj1" fmla="val 15703901"/>
                <a:gd name="adj2" fmla="val 317033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Bogen 37">
              <a:extLst>
                <a:ext uri="{FF2B5EF4-FFF2-40B4-BE49-F238E27FC236}">
                  <a16:creationId xmlns:a16="http://schemas.microsoft.com/office/drawing/2014/main" id="{C5C0E7B2-7E34-DCC5-DDD9-3F797E4C0876}"/>
                </a:ext>
              </a:extLst>
            </p:cNvPr>
            <p:cNvSpPr/>
            <p:nvPr/>
          </p:nvSpPr>
          <p:spPr>
            <a:xfrm>
              <a:off x="5735049" y="2434333"/>
              <a:ext cx="1212348" cy="1213069"/>
            </a:xfrm>
            <a:prstGeom prst="arc">
              <a:avLst>
                <a:gd name="adj1" fmla="val 16200000"/>
                <a:gd name="adj2" fmla="val 20761643"/>
              </a:avLst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Bogen 38">
              <a:extLst>
                <a:ext uri="{FF2B5EF4-FFF2-40B4-BE49-F238E27FC236}">
                  <a16:creationId xmlns:a16="http://schemas.microsoft.com/office/drawing/2014/main" id="{D7851A43-A8EC-783F-4149-F776E03A9647}"/>
                </a:ext>
              </a:extLst>
            </p:cNvPr>
            <p:cNvSpPr/>
            <p:nvPr/>
          </p:nvSpPr>
          <p:spPr>
            <a:xfrm>
              <a:off x="4946771" y="2999004"/>
              <a:ext cx="946872" cy="906562"/>
            </a:xfrm>
            <a:prstGeom prst="arc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60F9790F-88FC-345C-B20D-F9323E3555BE}"/>
              </a:ext>
            </a:extLst>
          </p:cNvPr>
          <p:cNvSpPr txBox="1"/>
          <p:nvPr/>
        </p:nvSpPr>
        <p:spPr>
          <a:xfrm>
            <a:off x="414779" y="890393"/>
            <a:ext cx="160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Splash Screen</a:t>
            </a:r>
          </a:p>
        </p:txBody>
      </p:sp>
    </p:spTree>
    <p:extLst>
      <p:ext uri="{BB962C8B-B14F-4D97-AF65-F5344CB8AC3E}">
        <p14:creationId xmlns:p14="http://schemas.microsoft.com/office/powerpoint/2010/main" val="3714031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E71A-1CAE-687D-C504-F93B8C63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5FC9E72-2920-93A8-64F7-D724B90DEF46}"/>
              </a:ext>
            </a:extLst>
          </p:cNvPr>
          <p:cNvGrpSpPr/>
          <p:nvPr/>
        </p:nvGrpSpPr>
        <p:grpSpPr>
          <a:xfrm>
            <a:off x="2676000" y="9000"/>
            <a:ext cx="6840000" cy="6840000"/>
            <a:chOff x="2676000" y="9000"/>
            <a:chExt cx="6840000" cy="684000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6913D8AC-9521-6375-AD88-5937A6F3DDCD}"/>
                </a:ext>
              </a:extLst>
            </p:cNvPr>
            <p:cNvSpPr/>
            <p:nvPr/>
          </p:nvSpPr>
          <p:spPr>
            <a:xfrm>
              <a:off x="2676000" y="9000"/>
              <a:ext cx="6840000" cy="6840000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92E547A-D6ED-DBA1-B633-ADABDA8653A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754000" y="3093464"/>
              <a:ext cx="684000" cy="671071"/>
              <a:chOff x="4348757" y="1658235"/>
              <a:chExt cx="3494487" cy="3428406"/>
            </a:xfrm>
          </p:grpSpPr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1E6B4366-3C01-6F97-6562-6E1EB873C4D0}"/>
                  </a:ext>
                </a:extLst>
              </p:cNvPr>
              <p:cNvSpPr/>
              <p:nvPr/>
            </p:nvSpPr>
            <p:spPr>
              <a:xfrm rot="18880689">
                <a:off x="4917910" y="2747465"/>
                <a:ext cx="2233750" cy="2444602"/>
              </a:xfrm>
              <a:custGeom>
                <a:avLst/>
                <a:gdLst>
                  <a:gd name="csX0" fmla="*/ 2152604 w 2233750"/>
                  <a:gd name="csY0" fmla="*/ 81146 h 2444602"/>
                  <a:gd name="csX1" fmla="*/ 2233750 w 2233750"/>
                  <a:gd name="csY1" fmla="*/ 277049 h 2444602"/>
                  <a:gd name="csX2" fmla="*/ 2233750 w 2233750"/>
                  <a:gd name="csY2" fmla="*/ 1504152 h 2444602"/>
                  <a:gd name="csX3" fmla="*/ 1956701 w 2233750"/>
                  <a:gd name="csY3" fmla="*/ 1781201 h 2444602"/>
                  <a:gd name="csX4" fmla="*/ 1433949 w 2233750"/>
                  <a:gd name="csY4" fmla="*/ 1781201 h 2444602"/>
                  <a:gd name="csX5" fmla="*/ 731578 w 2233750"/>
                  <a:gd name="csY5" fmla="*/ 2402052 h 2444602"/>
                  <a:gd name="csX6" fmla="*/ 492060 w 2233750"/>
                  <a:gd name="csY6" fmla="*/ 2387296 h 2444602"/>
                  <a:gd name="csX7" fmla="*/ 42550 w 2233750"/>
                  <a:gd name="csY7" fmla="*/ 1878764 h 2444602"/>
                  <a:gd name="csX8" fmla="*/ 57306 w 2233750"/>
                  <a:gd name="csY8" fmla="*/ 1639246 h 2444602"/>
                  <a:gd name="csX9" fmla="*/ 571490 w 2233750"/>
                  <a:gd name="csY9" fmla="*/ 1184740 h 2444602"/>
                  <a:gd name="csX10" fmla="*/ 571490 w 2233750"/>
                  <a:gd name="csY10" fmla="*/ 277049 h 2444602"/>
                  <a:gd name="csX11" fmla="*/ 848539 w 2233750"/>
                  <a:gd name="csY11" fmla="*/ 0 h 2444602"/>
                  <a:gd name="csX12" fmla="*/ 1956701 w 2233750"/>
                  <a:gd name="csY12" fmla="*/ 0 h 2444602"/>
                  <a:gd name="csX13" fmla="*/ 2152604 w 2233750"/>
                  <a:gd name="csY13" fmla="*/ 81146 h 24446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2233750" h="2444602">
                    <a:moveTo>
                      <a:pt x="2152604" y="81146"/>
                    </a:moveTo>
                    <a:cubicBezTo>
                      <a:pt x="2202740" y="131282"/>
                      <a:pt x="2233750" y="200544"/>
                      <a:pt x="2233750" y="277049"/>
                    </a:cubicBezTo>
                    <a:lnTo>
                      <a:pt x="2233750" y="1504152"/>
                    </a:lnTo>
                    <a:cubicBezTo>
                      <a:pt x="2233750" y="1657162"/>
                      <a:pt x="2109711" y="1781201"/>
                      <a:pt x="1956701" y="1781201"/>
                    </a:cubicBezTo>
                    <a:lnTo>
                      <a:pt x="1433949" y="1781201"/>
                    </a:lnTo>
                    <a:lnTo>
                      <a:pt x="731578" y="2402052"/>
                    </a:lnTo>
                    <a:cubicBezTo>
                      <a:pt x="661362" y="2464118"/>
                      <a:pt x="554126" y="2457512"/>
                      <a:pt x="492060" y="2387296"/>
                    </a:cubicBezTo>
                    <a:lnTo>
                      <a:pt x="42550" y="1878764"/>
                    </a:lnTo>
                    <a:cubicBezTo>
                      <a:pt x="-19516" y="1808548"/>
                      <a:pt x="-12910" y="1701312"/>
                      <a:pt x="57306" y="1639246"/>
                    </a:cubicBezTo>
                    <a:lnTo>
                      <a:pt x="571490" y="1184740"/>
                    </a:lnTo>
                    <a:lnTo>
                      <a:pt x="571490" y="277049"/>
                    </a:lnTo>
                    <a:cubicBezTo>
                      <a:pt x="571490" y="124039"/>
                      <a:pt x="695529" y="0"/>
                      <a:pt x="848539" y="0"/>
                    </a:cubicBezTo>
                    <a:lnTo>
                      <a:pt x="1956701" y="0"/>
                    </a:lnTo>
                    <a:cubicBezTo>
                      <a:pt x="2033206" y="0"/>
                      <a:pt x="2102468" y="31010"/>
                      <a:pt x="2152604" y="81146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1A91F663-7522-AE44-872E-8D709454B182}"/>
                  </a:ext>
                </a:extLst>
              </p:cNvPr>
              <p:cNvGrpSpPr/>
              <p:nvPr/>
            </p:nvGrpSpPr>
            <p:grpSpPr>
              <a:xfrm>
                <a:off x="4348757" y="1658235"/>
                <a:ext cx="3494487" cy="2429130"/>
                <a:chOff x="4348757" y="1658235"/>
                <a:chExt cx="3494487" cy="2429130"/>
              </a:xfrm>
            </p:grpSpPr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84734034-D805-53AE-8629-BC370591ED59}"/>
                    </a:ext>
                  </a:extLst>
                </p:cNvPr>
                <p:cNvSpPr/>
                <p:nvPr/>
              </p:nvSpPr>
              <p:spPr>
                <a:xfrm>
                  <a:off x="4833972" y="2874297"/>
                  <a:ext cx="1093509" cy="1213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FF49063B-A000-7FA0-4597-3EE260E44E82}"/>
                    </a:ext>
                  </a:extLst>
                </p:cNvPr>
                <p:cNvSpPr/>
                <p:nvPr/>
              </p:nvSpPr>
              <p:spPr>
                <a:xfrm>
                  <a:off x="4348757" y="2827162"/>
                  <a:ext cx="895013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7B5DA945-F65D-ADD5-BE34-709CEB951F24}"/>
                    </a:ext>
                  </a:extLst>
                </p:cNvPr>
                <p:cNvSpPr/>
                <p:nvPr/>
              </p:nvSpPr>
              <p:spPr>
                <a:xfrm>
                  <a:off x="4523417" y="2216729"/>
                  <a:ext cx="895013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F03DD403-B78B-1A42-5164-5BCD7478C3C9}"/>
                    </a:ext>
                  </a:extLst>
                </p:cNvPr>
                <p:cNvSpPr/>
                <p:nvPr/>
              </p:nvSpPr>
              <p:spPr>
                <a:xfrm>
                  <a:off x="5139472" y="1658235"/>
                  <a:ext cx="1447888" cy="1213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1E8E90BA-0FD8-FBE8-8423-8AE9C5EA630C}"/>
                    </a:ext>
                  </a:extLst>
                </p:cNvPr>
                <p:cNvSpPr/>
                <p:nvPr/>
              </p:nvSpPr>
              <p:spPr>
                <a:xfrm>
                  <a:off x="6166303" y="1874525"/>
                  <a:ext cx="1093509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873033D8-3064-F411-6C66-BE9793E3E681}"/>
                    </a:ext>
                  </a:extLst>
                </p:cNvPr>
                <p:cNvSpPr/>
                <p:nvPr/>
              </p:nvSpPr>
              <p:spPr>
                <a:xfrm>
                  <a:off x="6685338" y="2280470"/>
                  <a:ext cx="947871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3713CCE8-34F9-8836-137F-72B291841B96}"/>
                    </a:ext>
                  </a:extLst>
                </p:cNvPr>
                <p:cNvSpPr/>
                <p:nvPr/>
              </p:nvSpPr>
              <p:spPr>
                <a:xfrm>
                  <a:off x="6895373" y="2815788"/>
                  <a:ext cx="947871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9AA5AAA7-2369-1DD9-620D-C41F478E3C2E}"/>
                    </a:ext>
                  </a:extLst>
                </p:cNvPr>
                <p:cNvSpPr/>
                <p:nvPr/>
              </p:nvSpPr>
              <p:spPr>
                <a:xfrm>
                  <a:off x="6447064" y="3074692"/>
                  <a:ext cx="947871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C56AFD77-5BB8-0D04-86CD-48DE9DF51BAC}"/>
                    </a:ext>
                  </a:extLst>
                </p:cNvPr>
                <p:cNvSpPr/>
                <p:nvPr/>
              </p:nvSpPr>
              <p:spPr>
                <a:xfrm>
                  <a:off x="5967792" y="2548129"/>
                  <a:ext cx="947871" cy="97896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789D0560-00F4-DF79-6AA7-EA030BC1BA97}"/>
                    </a:ext>
                  </a:extLst>
                </p:cNvPr>
                <p:cNvSpPr/>
                <p:nvPr/>
              </p:nvSpPr>
              <p:spPr>
                <a:xfrm>
                  <a:off x="5259186" y="2426730"/>
                  <a:ext cx="1201277" cy="115609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Bogen 22">
                <a:extLst>
                  <a:ext uri="{FF2B5EF4-FFF2-40B4-BE49-F238E27FC236}">
                    <a16:creationId xmlns:a16="http://schemas.microsoft.com/office/drawing/2014/main" id="{5F5B9DC2-AB86-C755-F3E7-952F10F63AC0}"/>
                  </a:ext>
                </a:extLst>
              </p:cNvPr>
              <p:cNvSpPr/>
              <p:nvPr/>
            </p:nvSpPr>
            <p:spPr>
              <a:xfrm>
                <a:off x="6492051" y="3087567"/>
                <a:ext cx="858514" cy="978969"/>
              </a:xfrm>
              <a:prstGeom prst="arc">
                <a:avLst>
                  <a:gd name="adj1" fmla="val 15703901"/>
                  <a:gd name="adj2" fmla="val 317033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Bogen 23">
                <a:extLst>
                  <a:ext uri="{FF2B5EF4-FFF2-40B4-BE49-F238E27FC236}">
                    <a16:creationId xmlns:a16="http://schemas.microsoft.com/office/drawing/2014/main" id="{62140A68-A286-5F4D-6B5D-4BE8CBC8A244}"/>
                  </a:ext>
                </a:extLst>
              </p:cNvPr>
              <p:cNvSpPr/>
              <p:nvPr/>
            </p:nvSpPr>
            <p:spPr>
              <a:xfrm>
                <a:off x="5735049" y="2434333"/>
                <a:ext cx="1212348" cy="1213069"/>
              </a:xfrm>
              <a:prstGeom prst="arc">
                <a:avLst>
                  <a:gd name="adj1" fmla="val 16200000"/>
                  <a:gd name="adj2" fmla="val 20761643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Bogen 24">
                <a:extLst>
                  <a:ext uri="{FF2B5EF4-FFF2-40B4-BE49-F238E27FC236}">
                    <a16:creationId xmlns:a16="http://schemas.microsoft.com/office/drawing/2014/main" id="{55CADC14-1F78-85F3-C0DF-9B0FCAC50872}"/>
                  </a:ext>
                </a:extLst>
              </p:cNvPr>
              <p:cNvSpPr/>
              <p:nvPr/>
            </p:nvSpPr>
            <p:spPr>
              <a:xfrm>
                <a:off x="4946771" y="2999004"/>
                <a:ext cx="946872" cy="906562"/>
              </a:xfrm>
              <a:prstGeom prst="arc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5C996426-4F94-BC0D-47EC-404DD29B2F92}"/>
                </a:ext>
              </a:extLst>
            </p:cNvPr>
            <p:cNvGrpSpPr/>
            <p:nvPr/>
          </p:nvGrpSpPr>
          <p:grpSpPr>
            <a:xfrm>
              <a:off x="5346591" y="2251204"/>
              <a:ext cx="1498819" cy="2355593"/>
              <a:chOff x="5346591" y="2366460"/>
              <a:chExt cx="1498819" cy="2355593"/>
            </a:xfrm>
          </p:grpSpPr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26C625B-82E5-5B56-C583-4FC9FCA6F276}"/>
                  </a:ext>
                </a:extLst>
              </p:cNvPr>
              <p:cNvSpPr txBox="1"/>
              <p:nvPr/>
            </p:nvSpPr>
            <p:spPr>
              <a:xfrm>
                <a:off x="5346591" y="2366460"/>
                <a:ext cx="14988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>
                    <a:solidFill>
                      <a:schemeClr val="bg1"/>
                    </a:solidFill>
                  </a:rPr>
                  <a:t>what</a:t>
                </a:r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0F3FDA1-F3E9-92D3-5669-D62FD3ADC0B0}"/>
                  </a:ext>
                </a:extLst>
              </p:cNvPr>
              <p:cNvSpPr txBox="1"/>
              <p:nvPr/>
            </p:nvSpPr>
            <p:spPr>
              <a:xfrm>
                <a:off x="5346591" y="4075722"/>
                <a:ext cx="14988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>
                    <a:solidFill>
                      <a:schemeClr val="bg1"/>
                    </a:solidFill>
                  </a:rPr>
                  <a:t>eat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7031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6D27-C5DF-6F9E-8934-96BF2C9F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490E79D7-647C-B21C-EF86-1D6D4975AB8F}"/>
              </a:ext>
            </a:extLst>
          </p:cNvPr>
          <p:cNvSpPr/>
          <p:nvPr/>
        </p:nvSpPr>
        <p:spPr>
          <a:xfrm>
            <a:off x="3093833" y="653585"/>
            <a:ext cx="5400000" cy="5400000"/>
          </a:xfrm>
          <a:prstGeom prst="round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60CC6A6-D359-400D-9E9E-9E397A05322D}"/>
              </a:ext>
            </a:extLst>
          </p:cNvPr>
          <p:cNvSpPr/>
          <p:nvPr/>
        </p:nvSpPr>
        <p:spPr>
          <a:xfrm>
            <a:off x="5782880" y="3360654"/>
            <a:ext cx="2700000" cy="2700000"/>
          </a:xfrm>
          <a:prstGeom prst="roundRect">
            <a:avLst>
              <a:gd name="adj" fmla="val 35645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F6D0637-D8D5-9CD3-281F-324110048F6A}"/>
              </a:ext>
            </a:extLst>
          </p:cNvPr>
          <p:cNvSpPr/>
          <p:nvPr/>
        </p:nvSpPr>
        <p:spPr>
          <a:xfrm>
            <a:off x="5793832" y="634731"/>
            <a:ext cx="2700000" cy="2700000"/>
          </a:xfrm>
          <a:prstGeom prst="roundRect">
            <a:avLst>
              <a:gd name="adj" fmla="val 35645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58F2BA0-0AD2-DEBA-E9CE-53FF62F2AFE9}"/>
              </a:ext>
            </a:extLst>
          </p:cNvPr>
          <p:cNvSpPr/>
          <p:nvPr/>
        </p:nvSpPr>
        <p:spPr>
          <a:xfrm>
            <a:off x="3093833" y="653585"/>
            <a:ext cx="2700000" cy="2700000"/>
          </a:xfrm>
          <a:prstGeom prst="roundRect">
            <a:avLst>
              <a:gd name="adj" fmla="val 35645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CC0FA4B8-D966-9A76-77A8-D098EDFC39BB}"/>
              </a:ext>
            </a:extLst>
          </p:cNvPr>
          <p:cNvSpPr/>
          <p:nvPr/>
        </p:nvSpPr>
        <p:spPr>
          <a:xfrm>
            <a:off x="3093833" y="3353585"/>
            <a:ext cx="2700000" cy="2700000"/>
          </a:xfrm>
          <a:prstGeom prst="roundRect">
            <a:avLst>
              <a:gd name="adj" fmla="val 3564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0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5C84902-7ECC-508E-0880-0BCFFE91C348}"/>
              </a:ext>
            </a:extLst>
          </p:cNvPr>
          <p:cNvGrpSpPr/>
          <p:nvPr/>
        </p:nvGrpSpPr>
        <p:grpSpPr>
          <a:xfrm>
            <a:off x="3178120" y="0"/>
            <a:ext cx="6231825" cy="6858000"/>
            <a:chOff x="3178120" y="0"/>
            <a:chExt cx="6231825" cy="6858000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0EF13CE-765F-E3DB-F344-6594D582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8120" y="0"/>
              <a:ext cx="3116346" cy="6858000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299F9A69-8AA8-ADC3-BA81-310A9B5DE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4465" y="0"/>
              <a:ext cx="31154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9895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Breitbild</PresentationFormat>
  <Paragraphs>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Imhof</dc:creator>
  <cp:lastModifiedBy>Jan Imhof</cp:lastModifiedBy>
  <cp:revision>7</cp:revision>
  <dcterms:created xsi:type="dcterms:W3CDTF">2026-03-31T20:41:22Z</dcterms:created>
  <dcterms:modified xsi:type="dcterms:W3CDTF">2026-06-29T13:46:40Z</dcterms:modified>
</cp:coreProperties>
</file>